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701" r:id="rId3"/>
  </p:sldMasterIdLst>
  <p:notesMasterIdLst>
    <p:notesMasterId r:id="rId5"/>
  </p:notesMasterIdLst>
  <p:sldIdLst>
    <p:sldId id="9685" r:id="rId4"/>
  </p:sldIdLst>
  <p:sldSz cx="12192000" cy="6858000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F9F9"/>
    <a:srgbClr val="B61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7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8215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6ED850-8075-4ABE-B6AE-4E5B950BA1BC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4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6347" cy="498214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3" y="9431599"/>
            <a:ext cx="2946347" cy="498214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A337BB4-4BCA-4A74-AAD8-803A6939EA3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14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573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04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62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31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1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585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77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84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50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130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9720" y="500042"/>
            <a:ext cx="9048813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1824236" y="2214564"/>
            <a:ext cx="6125633" cy="32289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9E21DC5E-9354-45DD-AEE6-018E53922D9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C66EA11-1892-47A3-841E-4D84D6A383A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7176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626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6161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0306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635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657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7833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0710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5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0126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186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97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057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29029" y="0"/>
            <a:ext cx="12221029" cy="6943724"/>
            <a:chOff x="-21772" y="0"/>
            <a:chExt cx="9165772" cy="6943724"/>
          </a:xfrm>
        </p:grpSpPr>
        <p:sp>
          <p:nvSpPr>
            <p:cNvPr id="8" name="Freeform 17"/>
            <p:cNvSpPr>
              <a:spLocks noEditPoints="1"/>
            </p:cNvSpPr>
            <p:nvPr/>
          </p:nvSpPr>
          <p:spPr>
            <a:xfrm>
              <a:off x="2514600" y="2133600"/>
              <a:ext cx="6629400" cy="4724400"/>
            </a:xfrm>
            <a:custGeom>
              <a:avLst/>
              <a:gdLst/>
              <a:ahLst/>
              <a:cxnLst>
                <a:cxn ang="0">
                  <a:pos x="0" y="3946"/>
                </a:cxn>
                <a:cxn ang="0">
                  <a:pos x="56" y="3948"/>
                </a:cxn>
                <a:cxn ang="0">
                  <a:pos x="126" y="3946"/>
                </a:cxn>
                <a:cxn ang="0">
                  <a:pos x="4656" y="0"/>
                </a:cxn>
                <a:cxn ang="0">
                  <a:pos x="4582" y="334"/>
                </a:cxn>
                <a:cxn ang="0">
                  <a:pos x="4496" y="648"/>
                </a:cxn>
                <a:cxn ang="0">
                  <a:pos x="4396" y="942"/>
                </a:cxn>
                <a:cxn ang="0">
                  <a:pos x="4286" y="1220"/>
                </a:cxn>
                <a:cxn ang="0">
                  <a:pos x="4164" y="1480"/>
                </a:cxn>
                <a:cxn ang="0">
                  <a:pos x="4034" y="1722"/>
                </a:cxn>
                <a:cxn ang="0">
                  <a:pos x="3894" y="1948"/>
                </a:cxn>
                <a:cxn ang="0">
                  <a:pos x="3744" y="2158"/>
                </a:cxn>
                <a:cxn ang="0">
                  <a:pos x="3590" y="2354"/>
                </a:cxn>
                <a:cxn ang="0">
                  <a:pos x="3428" y="2534"/>
                </a:cxn>
                <a:cxn ang="0">
                  <a:pos x="3260" y="2700"/>
                </a:cxn>
                <a:cxn ang="0">
                  <a:pos x="3090" y="2852"/>
                </a:cxn>
                <a:cxn ang="0">
                  <a:pos x="2914" y="2992"/>
                </a:cxn>
                <a:cxn ang="0">
                  <a:pos x="2738" y="3120"/>
                </a:cxn>
                <a:cxn ang="0">
                  <a:pos x="2558" y="3236"/>
                </a:cxn>
                <a:cxn ang="0">
                  <a:pos x="2378" y="3340"/>
                </a:cxn>
                <a:cxn ang="0">
                  <a:pos x="2198" y="3432"/>
                </a:cxn>
                <a:cxn ang="0">
                  <a:pos x="2020" y="3516"/>
                </a:cxn>
                <a:cxn ang="0">
                  <a:pos x="1842" y="3590"/>
                </a:cxn>
                <a:cxn ang="0">
                  <a:pos x="1668" y="3656"/>
                </a:cxn>
                <a:cxn ang="0">
                  <a:pos x="1498" y="3712"/>
                </a:cxn>
                <a:cxn ang="0">
                  <a:pos x="1332" y="3760"/>
                </a:cxn>
                <a:cxn ang="0">
                  <a:pos x="1172" y="3802"/>
                </a:cxn>
                <a:cxn ang="0">
                  <a:pos x="1018" y="3838"/>
                </a:cxn>
                <a:cxn ang="0">
                  <a:pos x="734" y="3890"/>
                </a:cxn>
                <a:cxn ang="0">
                  <a:pos x="486" y="3922"/>
                </a:cxn>
                <a:cxn ang="0">
                  <a:pos x="280" y="3940"/>
                </a:cxn>
                <a:cxn ang="0">
                  <a:pos x="126" y="3946"/>
                </a:cxn>
                <a:cxn ang="0">
                  <a:pos x="4656" y="0"/>
                </a:cxn>
              </a:cxnLst>
              <a:rect l="0" t="0" r="r" b="b"/>
              <a:pathLst>
                <a:path w="4656" h="3948">
                  <a:moveTo>
                    <a:pt x="126" y="3946"/>
                  </a:moveTo>
                  <a:lnTo>
                    <a:pt x="0" y="3946"/>
                  </a:lnTo>
                  <a:lnTo>
                    <a:pt x="0" y="3946"/>
                  </a:lnTo>
                  <a:lnTo>
                    <a:pt x="56" y="3948"/>
                  </a:lnTo>
                  <a:lnTo>
                    <a:pt x="56" y="3948"/>
                  </a:lnTo>
                  <a:lnTo>
                    <a:pt x="126" y="3946"/>
                  </a:lnTo>
                  <a:moveTo>
                    <a:pt x="4656" y="0"/>
                  </a:moveTo>
                  <a:lnTo>
                    <a:pt x="4656" y="0"/>
                  </a:lnTo>
                  <a:lnTo>
                    <a:pt x="4620" y="170"/>
                  </a:lnTo>
                  <a:lnTo>
                    <a:pt x="4582" y="334"/>
                  </a:lnTo>
                  <a:lnTo>
                    <a:pt x="4540" y="494"/>
                  </a:lnTo>
                  <a:lnTo>
                    <a:pt x="4496" y="648"/>
                  </a:lnTo>
                  <a:lnTo>
                    <a:pt x="4448" y="798"/>
                  </a:lnTo>
                  <a:lnTo>
                    <a:pt x="4396" y="942"/>
                  </a:lnTo>
                  <a:lnTo>
                    <a:pt x="4342" y="1084"/>
                  </a:lnTo>
                  <a:lnTo>
                    <a:pt x="4286" y="1220"/>
                  </a:lnTo>
                  <a:lnTo>
                    <a:pt x="4226" y="1352"/>
                  </a:lnTo>
                  <a:lnTo>
                    <a:pt x="4164" y="1480"/>
                  </a:lnTo>
                  <a:lnTo>
                    <a:pt x="4100" y="1602"/>
                  </a:lnTo>
                  <a:lnTo>
                    <a:pt x="4034" y="1722"/>
                  </a:lnTo>
                  <a:lnTo>
                    <a:pt x="3964" y="1836"/>
                  </a:lnTo>
                  <a:lnTo>
                    <a:pt x="3894" y="1948"/>
                  </a:lnTo>
                  <a:lnTo>
                    <a:pt x="3820" y="2056"/>
                  </a:lnTo>
                  <a:lnTo>
                    <a:pt x="3744" y="2158"/>
                  </a:lnTo>
                  <a:lnTo>
                    <a:pt x="3668" y="2258"/>
                  </a:lnTo>
                  <a:lnTo>
                    <a:pt x="3590" y="2354"/>
                  </a:lnTo>
                  <a:lnTo>
                    <a:pt x="3510" y="2446"/>
                  </a:lnTo>
                  <a:lnTo>
                    <a:pt x="3428" y="2534"/>
                  </a:lnTo>
                  <a:lnTo>
                    <a:pt x="3344" y="2618"/>
                  </a:lnTo>
                  <a:lnTo>
                    <a:pt x="3260" y="2700"/>
                  </a:lnTo>
                  <a:lnTo>
                    <a:pt x="3176" y="2778"/>
                  </a:lnTo>
                  <a:lnTo>
                    <a:pt x="3090" y="2852"/>
                  </a:lnTo>
                  <a:lnTo>
                    <a:pt x="3002" y="2924"/>
                  </a:lnTo>
                  <a:lnTo>
                    <a:pt x="2914" y="2992"/>
                  </a:lnTo>
                  <a:lnTo>
                    <a:pt x="2826" y="3058"/>
                  </a:lnTo>
                  <a:lnTo>
                    <a:pt x="2738" y="3120"/>
                  </a:lnTo>
                  <a:lnTo>
                    <a:pt x="2648" y="3178"/>
                  </a:lnTo>
                  <a:lnTo>
                    <a:pt x="2558" y="3236"/>
                  </a:lnTo>
                  <a:lnTo>
                    <a:pt x="2468" y="3288"/>
                  </a:lnTo>
                  <a:lnTo>
                    <a:pt x="2378" y="3340"/>
                  </a:lnTo>
                  <a:lnTo>
                    <a:pt x="2288" y="3388"/>
                  </a:lnTo>
                  <a:lnTo>
                    <a:pt x="2198" y="3432"/>
                  </a:lnTo>
                  <a:lnTo>
                    <a:pt x="2108" y="3476"/>
                  </a:lnTo>
                  <a:lnTo>
                    <a:pt x="2020" y="3516"/>
                  </a:lnTo>
                  <a:lnTo>
                    <a:pt x="1930" y="3554"/>
                  </a:lnTo>
                  <a:lnTo>
                    <a:pt x="1842" y="3590"/>
                  </a:lnTo>
                  <a:lnTo>
                    <a:pt x="1756" y="3624"/>
                  </a:lnTo>
                  <a:lnTo>
                    <a:pt x="1668" y="3656"/>
                  </a:lnTo>
                  <a:lnTo>
                    <a:pt x="1582" y="3684"/>
                  </a:lnTo>
                  <a:lnTo>
                    <a:pt x="1498" y="3712"/>
                  </a:lnTo>
                  <a:lnTo>
                    <a:pt x="1414" y="3738"/>
                  </a:lnTo>
                  <a:lnTo>
                    <a:pt x="1332" y="3760"/>
                  </a:lnTo>
                  <a:lnTo>
                    <a:pt x="1252" y="3782"/>
                  </a:lnTo>
                  <a:lnTo>
                    <a:pt x="1172" y="3802"/>
                  </a:lnTo>
                  <a:lnTo>
                    <a:pt x="1094" y="3820"/>
                  </a:lnTo>
                  <a:lnTo>
                    <a:pt x="1018" y="3838"/>
                  </a:lnTo>
                  <a:lnTo>
                    <a:pt x="872" y="3866"/>
                  </a:lnTo>
                  <a:lnTo>
                    <a:pt x="734" y="3890"/>
                  </a:lnTo>
                  <a:lnTo>
                    <a:pt x="604" y="3908"/>
                  </a:lnTo>
                  <a:lnTo>
                    <a:pt x="486" y="3922"/>
                  </a:lnTo>
                  <a:lnTo>
                    <a:pt x="378" y="3932"/>
                  </a:lnTo>
                  <a:lnTo>
                    <a:pt x="280" y="3940"/>
                  </a:lnTo>
                  <a:lnTo>
                    <a:pt x="196" y="3944"/>
                  </a:lnTo>
                  <a:lnTo>
                    <a:pt x="126" y="3946"/>
                  </a:lnTo>
                  <a:lnTo>
                    <a:pt x="4656" y="3940"/>
                  </a:lnTo>
                  <a:lnTo>
                    <a:pt x="4656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9" name="Freeform 39"/>
            <p:cNvSpPr/>
            <p:nvPr/>
          </p:nvSpPr>
          <p:spPr>
            <a:xfrm>
              <a:off x="5791200" y="2434284"/>
              <a:ext cx="3350686" cy="4436416"/>
            </a:xfrm>
            <a:custGeom>
              <a:avLst/>
              <a:gdLst/>
              <a:ah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>
            <a:xfrm>
              <a:off x="-4227" y="1"/>
              <a:ext cx="5085353" cy="327659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1" name="Freeform 12"/>
            <p:cNvSpPr>
              <a:spLocks noEditPoints="1"/>
            </p:cNvSpPr>
            <p:nvPr/>
          </p:nvSpPr>
          <p:spPr>
            <a:xfrm>
              <a:off x="-9526" y="1"/>
              <a:ext cx="5085353" cy="2365157"/>
            </a:xfrm>
            <a:custGeom>
              <a:avLst/>
              <a:gdLst/>
              <a:ah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2" name="Freeform 30"/>
            <p:cNvSpPr/>
            <p:nvPr/>
          </p:nvSpPr>
          <p:spPr>
            <a:xfrm>
              <a:off x="527050" y="0"/>
              <a:ext cx="8089900" cy="6858000"/>
            </a:xfrm>
            <a:custGeom>
              <a:avLst/>
              <a:gdLst/>
              <a:ah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>
            <a:xfrm>
              <a:off x="6296025" y="12700"/>
              <a:ext cx="2847975" cy="6858000"/>
            </a:xfrm>
            <a:custGeom>
              <a:avLst/>
              <a:gdLst/>
              <a:ahLst/>
              <a:cxnLst>
                <a:cxn ang="0">
                  <a:pos x="0" y="4318"/>
                </a:cxn>
                <a:cxn ang="0">
                  <a:pos x="21" y="4320"/>
                </a:cxn>
                <a:cxn ang="0">
                  <a:pos x="49" y="4318"/>
                </a:cxn>
                <a:cxn ang="0">
                  <a:pos x="1794" y="0"/>
                </a:cxn>
                <a:cxn ang="0">
                  <a:pos x="1766" y="365"/>
                </a:cxn>
                <a:cxn ang="0">
                  <a:pos x="1733" y="710"/>
                </a:cxn>
                <a:cxn ang="0">
                  <a:pos x="1694" y="1031"/>
                </a:cxn>
                <a:cxn ang="0">
                  <a:pos x="1651" y="1335"/>
                </a:cxn>
                <a:cxn ang="0">
                  <a:pos x="1605" y="1618"/>
                </a:cxn>
                <a:cxn ang="0">
                  <a:pos x="1554" y="1884"/>
                </a:cxn>
                <a:cxn ang="0">
                  <a:pos x="1500" y="2132"/>
                </a:cxn>
                <a:cxn ang="0">
                  <a:pos x="1443" y="2361"/>
                </a:cxn>
                <a:cxn ang="0">
                  <a:pos x="1383" y="2574"/>
                </a:cxn>
                <a:cxn ang="0">
                  <a:pos x="1320" y="2772"/>
                </a:cxn>
                <a:cxn ang="0">
                  <a:pos x="1257" y="2953"/>
                </a:cxn>
                <a:cxn ang="0">
                  <a:pos x="1191" y="3121"/>
                </a:cxn>
                <a:cxn ang="0">
                  <a:pos x="1123" y="3275"/>
                </a:cxn>
                <a:cxn ang="0">
                  <a:pos x="1054" y="3413"/>
                </a:cxn>
                <a:cxn ang="0">
                  <a:pos x="986" y="3541"/>
                </a:cxn>
                <a:cxn ang="0">
                  <a:pos x="916" y="3654"/>
                </a:cxn>
                <a:cxn ang="0">
                  <a:pos x="846" y="3757"/>
                </a:cxn>
                <a:cxn ang="0">
                  <a:pos x="778" y="3848"/>
                </a:cxn>
                <a:cxn ang="0">
                  <a:pos x="710" y="3929"/>
                </a:cxn>
                <a:cxn ang="0">
                  <a:pos x="643" y="4000"/>
                </a:cxn>
                <a:cxn ang="0">
                  <a:pos x="577" y="4061"/>
                </a:cxn>
                <a:cxn ang="0">
                  <a:pos x="514" y="4116"/>
                </a:cxn>
                <a:cxn ang="0">
                  <a:pos x="451" y="4161"/>
                </a:cxn>
                <a:cxn ang="0">
                  <a:pos x="392" y="4199"/>
                </a:cxn>
                <a:cxn ang="0">
                  <a:pos x="283" y="4257"/>
                </a:cxn>
                <a:cxn ang="0">
                  <a:pos x="187" y="4292"/>
                </a:cxn>
                <a:cxn ang="0">
                  <a:pos x="108" y="4311"/>
                </a:cxn>
                <a:cxn ang="0">
                  <a:pos x="49" y="4318"/>
                </a:cxn>
                <a:cxn ang="0">
                  <a:pos x="1794" y="0"/>
                </a:cxn>
              </a:cxnLst>
              <a:rect l="0" t="0" r="r" b="b"/>
              <a:pathLst>
                <a:path w="1794" h="4320">
                  <a:moveTo>
                    <a:pt x="49" y="4318"/>
                  </a:moveTo>
                  <a:lnTo>
                    <a:pt x="0" y="4318"/>
                  </a:lnTo>
                  <a:lnTo>
                    <a:pt x="0" y="4318"/>
                  </a:lnTo>
                  <a:lnTo>
                    <a:pt x="21" y="4320"/>
                  </a:lnTo>
                  <a:lnTo>
                    <a:pt x="21" y="4320"/>
                  </a:lnTo>
                  <a:lnTo>
                    <a:pt x="49" y="4318"/>
                  </a:lnTo>
                  <a:moveTo>
                    <a:pt x="1794" y="0"/>
                  </a:moveTo>
                  <a:lnTo>
                    <a:pt x="1794" y="0"/>
                  </a:lnTo>
                  <a:lnTo>
                    <a:pt x="1780" y="185"/>
                  </a:lnTo>
                  <a:lnTo>
                    <a:pt x="1766" y="365"/>
                  </a:lnTo>
                  <a:lnTo>
                    <a:pt x="1750" y="540"/>
                  </a:lnTo>
                  <a:lnTo>
                    <a:pt x="1733" y="710"/>
                  </a:lnTo>
                  <a:lnTo>
                    <a:pt x="1714" y="872"/>
                  </a:lnTo>
                  <a:lnTo>
                    <a:pt x="1694" y="1031"/>
                  </a:lnTo>
                  <a:lnTo>
                    <a:pt x="1673" y="1185"/>
                  </a:lnTo>
                  <a:lnTo>
                    <a:pt x="1651" y="1335"/>
                  </a:lnTo>
                  <a:lnTo>
                    <a:pt x="1628" y="1478"/>
                  </a:lnTo>
                  <a:lnTo>
                    <a:pt x="1605" y="1618"/>
                  </a:lnTo>
                  <a:lnTo>
                    <a:pt x="1579" y="1755"/>
                  </a:lnTo>
                  <a:lnTo>
                    <a:pt x="1554" y="1884"/>
                  </a:lnTo>
                  <a:lnTo>
                    <a:pt x="1528" y="2010"/>
                  </a:lnTo>
                  <a:lnTo>
                    <a:pt x="1500" y="2132"/>
                  </a:lnTo>
                  <a:lnTo>
                    <a:pt x="1472" y="2249"/>
                  </a:lnTo>
                  <a:lnTo>
                    <a:pt x="1443" y="2361"/>
                  </a:lnTo>
                  <a:lnTo>
                    <a:pt x="1413" y="2471"/>
                  </a:lnTo>
                  <a:lnTo>
                    <a:pt x="1383" y="2574"/>
                  </a:lnTo>
                  <a:lnTo>
                    <a:pt x="1352" y="2676"/>
                  </a:lnTo>
                  <a:lnTo>
                    <a:pt x="1320" y="2772"/>
                  </a:lnTo>
                  <a:lnTo>
                    <a:pt x="1289" y="2866"/>
                  </a:lnTo>
                  <a:lnTo>
                    <a:pt x="1257" y="2953"/>
                  </a:lnTo>
                  <a:lnTo>
                    <a:pt x="1224" y="3039"/>
                  </a:lnTo>
                  <a:lnTo>
                    <a:pt x="1191" y="3121"/>
                  </a:lnTo>
                  <a:lnTo>
                    <a:pt x="1158" y="3200"/>
                  </a:lnTo>
                  <a:lnTo>
                    <a:pt x="1123" y="3275"/>
                  </a:lnTo>
                  <a:lnTo>
                    <a:pt x="1089" y="3345"/>
                  </a:lnTo>
                  <a:lnTo>
                    <a:pt x="1054" y="3413"/>
                  </a:lnTo>
                  <a:lnTo>
                    <a:pt x="1021" y="3478"/>
                  </a:lnTo>
                  <a:lnTo>
                    <a:pt x="986" y="3541"/>
                  </a:lnTo>
                  <a:lnTo>
                    <a:pt x="951" y="3598"/>
                  </a:lnTo>
                  <a:lnTo>
                    <a:pt x="916" y="3654"/>
                  </a:lnTo>
                  <a:lnTo>
                    <a:pt x="881" y="3707"/>
                  </a:lnTo>
                  <a:lnTo>
                    <a:pt x="846" y="3757"/>
                  </a:lnTo>
                  <a:lnTo>
                    <a:pt x="813" y="3803"/>
                  </a:lnTo>
                  <a:lnTo>
                    <a:pt x="778" y="3848"/>
                  </a:lnTo>
                  <a:lnTo>
                    <a:pt x="745" y="3890"/>
                  </a:lnTo>
                  <a:lnTo>
                    <a:pt x="710" y="3929"/>
                  </a:lnTo>
                  <a:lnTo>
                    <a:pt x="677" y="3965"/>
                  </a:lnTo>
                  <a:lnTo>
                    <a:pt x="643" y="4000"/>
                  </a:lnTo>
                  <a:lnTo>
                    <a:pt x="610" y="4032"/>
                  </a:lnTo>
                  <a:lnTo>
                    <a:pt x="577" y="4061"/>
                  </a:lnTo>
                  <a:lnTo>
                    <a:pt x="546" y="4089"/>
                  </a:lnTo>
                  <a:lnTo>
                    <a:pt x="514" y="4116"/>
                  </a:lnTo>
                  <a:lnTo>
                    <a:pt x="483" y="4140"/>
                  </a:lnTo>
                  <a:lnTo>
                    <a:pt x="451" y="4161"/>
                  </a:lnTo>
                  <a:lnTo>
                    <a:pt x="421" y="4180"/>
                  </a:lnTo>
                  <a:lnTo>
                    <a:pt x="392" y="4199"/>
                  </a:lnTo>
                  <a:lnTo>
                    <a:pt x="336" y="4231"/>
                  </a:lnTo>
                  <a:lnTo>
                    <a:pt x="283" y="4257"/>
                  </a:lnTo>
                  <a:lnTo>
                    <a:pt x="233" y="4276"/>
                  </a:lnTo>
                  <a:lnTo>
                    <a:pt x="187" y="4292"/>
                  </a:lnTo>
                  <a:lnTo>
                    <a:pt x="145" y="4303"/>
                  </a:lnTo>
                  <a:lnTo>
                    <a:pt x="108" y="4311"/>
                  </a:lnTo>
                  <a:lnTo>
                    <a:pt x="77" y="4317"/>
                  </a:lnTo>
                  <a:lnTo>
                    <a:pt x="49" y="4318"/>
                  </a:lnTo>
                  <a:lnTo>
                    <a:pt x="1794" y="4313"/>
                  </a:lnTo>
                  <a:lnTo>
                    <a:pt x="1794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>
            <a:xfrm>
              <a:off x="-21772" y="1524000"/>
              <a:ext cx="3255818" cy="5334000"/>
            </a:xfrm>
            <a:custGeom>
              <a:avLst/>
              <a:gdLst/>
              <a:ahLst/>
              <a:cxnLst>
                <a:cxn ang="0">
                  <a:pos x="8" y="106"/>
                </a:cxn>
                <a:cxn ang="0">
                  <a:pos x="17" y="4311"/>
                </a:cxn>
                <a:cxn ang="0">
                  <a:pos x="2256" y="4320"/>
                </a:cxn>
                <a:cxn ang="0">
                  <a:pos x="2256" y="4320"/>
                </a:cxn>
                <a:cxn ang="0">
                  <a:pos x="2235" y="4312"/>
                </a:cxn>
                <a:cxn ang="0">
                  <a:pos x="2209" y="4303"/>
                </a:cxn>
                <a:cxn ang="0">
                  <a:pos x="2173" y="4290"/>
                </a:cxn>
                <a:cxn ang="0">
                  <a:pos x="2130" y="4271"/>
                </a:cxn>
                <a:cxn ang="0">
                  <a:pos x="2077" y="4246"/>
                </a:cxn>
                <a:cxn ang="0">
                  <a:pos x="2017" y="4216"/>
                </a:cxn>
                <a:cxn ang="0">
                  <a:pos x="1951" y="4181"/>
                </a:cxn>
                <a:cxn ang="0">
                  <a:pos x="1879" y="4137"/>
                </a:cxn>
                <a:cxn ang="0">
                  <a:pos x="1800" y="4084"/>
                </a:cxn>
                <a:cxn ang="0">
                  <a:pos x="1717" y="4026"/>
                </a:cxn>
                <a:cxn ang="0">
                  <a:pos x="1676" y="3994"/>
                </a:cxn>
                <a:cxn ang="0">
                  <a:pos x="1630" y="3960"/>
                </a:cxn>
                <a:cxn ang="0">
                  <a:pos x="1585" y="3922"/>
                </a:cxn>
                <a:cxn ang="0">
                  <a:pos x="1540" y="3883"/>
                </a:cxn>
                <a:cxn ang="0">
                  <a:pos x="1495" y="3841"/>
                </a:cxn>
                <a:cxn ang="0">
                  <a:pos x="1447" y="3798"/>
                </a:cxn>
                <a:cxn ang="0">
                  <a:pos x="1398" y="3751"/>
                </a:cxn>
                <a:cxn ang="0">
                  <a:pos x="1351" y="3702"/>
                </a:cxn>
                <a:cxn ang="0">
                  <a:pos x="1302" y="3651"/>
                </a:cxn>
                <a:cxn ang="0">
                  <a:pos x="1253" y="3596"/>
                </a:cxn>
                <a:cxn ang="0">
                  <a:pos x="1204" y="3540"/>
                </a:cxn>
                <a:cxn ang="0">
                  <a:pos x="1155" y="3479"/>
                </a:cxn>
                <a:cxn ang="0">
                  <a:pos x="1106" y="3417"/>
                </a:cxn>
                <a:cxn ang="0">
                  <a:pos x="1057" y="3353"/>
                </a:cxn>
                <a:cxn ang="0">
                  <a:pos x="1008" y="3283"/>
                </a:cxn>
                <a:cxn ang="0">
                  <a:pos x="959" y="3214"/>
                </a:cxn>
                <a:cxn ang="0">
                  <a:pos x="910" y="3138"/>
                </a:cxn>
                <a:cxn ang="0">
                  <a:pos x="861" y="3061"/>
                </a:cxn>
                <a:cxn ang="0">
                  <a:pos x="814" y="2980"/>
                </a:cxn>
                <a:cxn ang="0">
                  <a:pos x="765" y="2897"/>
                </a:cxn>
                <a:cxn ang="0">
                  <a:pos x="720" y="2808"/>
                </a:cxn>
                <a:cxn ang="0">
                  <a:pos x="673" y="2718"/>
                </a:cxn>
                <a:cxn ang="0">
                  <a:pos x="628" y="2624"/>
                </a:cxn>
                <a:cxn ang="0">
                  <a:pos x="582" y="2528"/>
                </a:cxn>
                <a:cxn ang="0">
                  <a:pos x="539" y="2426"/>
                </a:cxn>
                <a:cxn ang="0">
                  <a:pos x="496" y="2322"/>
                </a:cxn>
                <a:cxn ang="0">
                  <a:pos x="454" y="2213"/>
                </a:cxn>
                <a:cxn ang="0">
                  <a:pos x="413" y="2102"/>
                </a:cxn>
                <a:cxn ang="0">
                  <a:pos x="373" y="1985"/>
                </a:cxn>
                <a:cxn ang="0">
                  <a:pos x="335" y="1866"/>
                </a:cxn>
                <a:cxn ang="0">
                  <a:pos x="298" y="1742"/>
                </a:cxn>
                <a:cxn ang="0">
                  <a:pos x="264" y="1613"/>
                </a:cxn>
                <a:cxn ang="0">
                  <a:pos x="230" y="1483"/>
                </a:cxn>
                <a:cxn ang="0">
                  <a:pos x="196" y="1348"/>
                </a:cxn>
                <a:cxn ang="0">
                  <a:pos x="166" y="1206"/>
                </a:cxn>
                <a:cxn ang="0">
                  <a:pos x="138" y="1063"/>
                </a:cxn>
                <a:cxn ang="0">
                  <a:pos x="111" y="914"/>
                </a:cxn>
                <a:cxn ang="0">
                  <a:pos x="85" y="761"/>
                </a:cxn>
                <a:cxn ang="0">
                  <a:pos x="62" y="605"/>
                </a:cxn>
                <a:cxn ang="0">
                  <a:pos x="41" y="443"/>
                </a:cxn>
                <a:cxn ang="0">
                  <a:pos x="23" y="277"/>
                </a:cxn>
                <a:cxn ang="0">
                  <a:pos x="8" y="106"/>
                </a:cxn>
                <a:cxn ang="0">
                  <a:pos x="6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106"/>
                </a:cxn>
                <a:cxn ang="0">
                  <a:pos x="6" y="0"/>
                </a:cxn>
              </a:cxnLst>
              <a:rect l="0" t="0" r="r" b="b"/>
              <a:pathLst>
                <a:path w="2256" h="4320">
                  <a:moveTo>
                    <a:pt x="8" y="106"/>
                  </a:moveTo>
                  <a:lnTo>
                    <a:pt x="17" y="4311"/>
                  </a:lnTo>
                  <a:lnTo>
                    <a:pt x="2256" y="4320"/>
                  </a:lnTo>
                  <a:lnTo>
                    <a:pt x="2256" y="4320"/>
                  </a:lnTo>
                  <a:lnTo>
                    <a:pt x="2235" y="4312"/>
                  </a:lnTo>
                  <a:lnTo>
                    <a:pt x="2209" y="4303"/>
                  </a:lnTo>
                  <a:lnTo>
                    <a:pt x="2173" y="4290"/>
                  </a:lnTo>
                  <a:lnTo>
                    <a:pt x="2130" y="4271"/>
                  </a:lnTo>
                  <a:lnTo>
                    <a:pt x="2077" y="4246"/>
                  </a:lnTo>
                  <a:lnTo>
                    <a:pt x="2017" y="4216"/>
                  </a:lnTo>
                  <a:lnTo>
                    <a:pt x="1951" y="4181"/>
                  </a:lnTo>
                  <a:lnTo>
                    <a:pt x="1879" y="4137"/>
                  </a:lnTo>
                  <a:lnTo>
                    <a:pt x="1800" y="4084"/>
                  </a:lnTo>
                  <a:lnTo>
                    <a:pt x="1717" y="4026"/>
                  </a:lnTo>
                  <a:lnTo>
                    <a:pt x="1676" y="3994"/>
                  </a:lnTo>
                  <a:lnTo>
                    <a:pt x="1630" y="3960"/>
                  </a:lnTo>
                  <a:lnTo>
                    <a:pt x="1585" y="3922"/>
                  </a:lnTo>
                  <a:lnTo>
                    <a:pt x="1540" y="3883"/>
                  </a:lnTo>
                  <a:lnTo>
                    <a:pt x="1495" y="3841"/>
                  </a:lnTo>
                  <a:lnTo>
                    <a:pt x="1447" y="3798"/>
                  </a:lnTo>
                  <a:lnTo>
                    <a:pt x="1398" y="3751"/>
                  </a:lnTo>
                  <a:lnTo>
                    <a:pt x="1351" y="3702"/>
                  </a:lnTo>
                  <a:lnTo>
                    <a:pt x="1302" y="3651"/>
                  </a:lnTo>
                  <a:lnTo>
                    <a:pt x="1253" y="3596"/>
                  </a:lnTo>
                  <a:lnTo>
                    <a:pt x="1204" y="3540"/>
                  </a:lnTo>
                  <a:lnTo>
                    <a:pt x="1155" y="3479"/>
                  </a:lnTo>
                  <a:lnTo>
                    <a:pt x="1106" y="3417"/>
                  </a:lnTo>
                  <a:lnTo>
                    <a:pt x="1057" y="3353"/>
                  </a:lnTo>
                  <a:lnTo>
                    <a:pt x="1008" y="3283"/>
                  </a:lnTo>
                  <a:lnTo>
                    <a:pt x="959" y="3214"/>
                  </a:lnTo>
                  <a:lnTo>
                    <a:pt x="910" y="3138"/>
                  </a:lnTo>
                  <a:lnTo>
                    <a:pt x="861" y="3061"/>
                  </a:lnTo>
                  <a:lnTo>
                    <a:pt x="814" y="2980"/>
                  </a:lnTo>
                  <a:lnTo>
                    <a:pt x="765" y="2897"/>
                  </a:lnTo>
                  <a:lnTo>
                    <a:pt x="720" y="2808"/>
                  </a:lnTo>
                  <a:lnTo>
                    <a:pt x="673" y="2718"/>
                  </a:lnTo>
                  <a:lnTo>
                    <a:pt x="628" y="2624"/>
                  </a:lnTo>
                  <a:lnTo>
                    <a:pt x="582" y="2528"/>
                  </a:lnTo>
                  <a:lnTo>
                    <a:pt x="539" y="2426"/>
                  </a:lnTo>
                  <a:lnTo>
                    <a:pt x="496" y="2322"/>
                  </a:lnTo>
                  <a:lnTo>
                    <a:pt x="454" y="2213"/>
                  </a:lnTo>
                  <a:lnTo>
                    <a:pt x="413" y="2102"/>
                  </a:lnTo>
                  <a:lnTo>
                    <a:pt x="373" y="1985"/>
                  </a:lnTo>
                  <a:lnTo>
                    <a:pt x="335" y="1866"/>
                  </a:lnTo>
                  <a:lnTo>
                    <a:pt x="298" y="1742"/>
                  </a:lnTo>
                  <a:lnTo>
                    <a:pt x="264" y="1613"/>
                  </a:lnTo>
                  <a:lnTo>
                    <a:pt x="230" y="1483"/>
                  </a:lnTo>
                  <a:lnTo>
                    <a:pt x="196" y="1348"/>
                  </a:lnTo>
                  <a:lnTo>
                    <a:pt x="166" y="1206"/>
                  </a:lnTo>
                  <a:lnTo>
                    <a:pt x="138" y="1063"/>
                  </a:lnTo>
                  <a:lnTo>
                    <a:pt x="111" y="914"/>
                  </a:lnTo>
                  <a:lnTo>
                    <a:pt x="85" y="761"/>
                  </a:lnTo>
                  <a:lnTo>
                    <a:pt x="62" y="605"/>
                  </a:lnTo>
                  <a:lnTo>
                    <a:pt x="41" y="443"/>
                  </a:lnTo>
                  <a:lnTo>
                    <a:pt x="23" y="277"/>
                  </a:lnTo>
                  <a:lnTo>
                    <a:pt x="8" y="106"/>
                  </a:lnTo>
                  <a:moveTo>
                    <a:pt x="6" y="0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8" y="106"/>
                  </a:lnTo>
                  <a:lnTo>
                    <a:pt x="6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5" name="Freeform 23"/>
            <p:cNvSpPr>
              <a:spLocks noEditPoints="1"/>
            </p:cNvSpPr>
            <p:nvPr/>
          </p:nvSpPr>
          <p:spPr>
            <a:xfrm>
              <a:off x="-9525" y="3276600"/>
              <a:ext cx="5927725" cy="3667124"/>
            </a:xfrm>
            <a:custGeom>
              <a:avLst/>
              <a:gdLst/>
              <a:ah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5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386585"/>
            <a:ext cx="10363200" cy="957706"/>
          </a:xfrm>
        </p:spPr>
        <p:txBody>
          <a:bodyPr/>
          <a:lstStyle>
            <a:lvl1pPr algn="ctr">
              <a:defRPr sz="4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357562"/>
            <a:ext cx="8534400" cy="571504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98921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05957"/>
            <a:ext cx="10972800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14758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6417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22570" y="0"/>
            <a:ext cx="6790339" cy="6943724"/>
            <a:chOff x="-16927" y="0"/>
            <a:chExt cx="5092754" cy="6943724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>
            <a:xfrm flipV="1">
              <a:off x="-16927" y="3581401"/>
              <a:ext cx="5085353" cy="327659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2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9" name="Freeform 12"/>
            <p:cNvSpPr>
              <a:spLocks noEditPoints="1"/>
            </p:cNvSpPr>
            <p:nvPr/>
          </p:nvSpPr>
          <p:spPr>
            <a:xfrm flipV="1">
              <a:off x="-9526" y="4492843"/>
              <a:ext cx="5085353" cy="2365157"/>
            </a:xfrm>
            <a:custGeom>
              <a:avLst/>
              <a:gdLst/>
              <a:ah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60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0" y="0"/>
              <a:ext cx="3286125" cy="685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70" y="4320"/>
                </a:cxn>
                <a:cxn ang="0">
                  <a:pos x="2003" y="4306"/>
                </a:cxn>
                <a:cxn ang="0">
                  <a:pos x="1875" y="4277"/>
                </a:cxn>
                <a:cxn ang="0">
                  <a:pos x="1751" y="4241"/>
                </a:cxn>
                <a:cxn ang="0">
                  <a:pos x="1633" y="4203"/>
                </a:cxn>
                <a:cxn ang="0">
                  <a:pos x="1520" y="4161"/>
                </a:cxn>
                <a:cxn ang="0">
                  <a:pos x="1414" y="4113"/>
                </a:cxn>
                <a:cxn ang="0">
                  <a:pos x="1311" y="4061"/>
                </a:cxn>
                <a:cxn ang="0">
                  <a:pos x="1215" y="4008"/>
                </a:cxn>
                <a:cxn ang="0">
                  <a:pos x="1122" y="3950"/>
                </a:cxn>
                <a:cxn ang="0">
                  <a:pos x="1037" y="3888"/>
                </a:cxn>
                <a:cxn ang="0">
                  <a:pos x="954" y="3823"/>
                </a:cxn>
                <a:cxn ang="0">
                  <a:pos x="876" y="3754"/>
                </a:cxn>
                <a:cxn ang="0">
                  <a:pos x="804" y="3684"/>
                </a:cxn>
                <a:cxn ang="0">
                  <a:pos x="735" y="3610"/>
                </a:cxn>
                <a:cxn ang="0">
                  <a:pos x="670" y="3535"/>
                </a:cxn>
                <a:cxn ang="0">
                  <a:pos x="610" y="3456"/>
                </a:cxn>
                <a:cxn ang="0">
                  <a:pos x="555" y="3375"/>
                </a:cxn>
                <a:cxn ang="0">
                  <a:pos x="502" y="3293"/>
                </a:cxn>
                <a:cxn ang="0">
                  <a:pos x="454" y="3207"/>
                </a:cxn>
                <a:cxn ang="0">
                  <a:pos x="389" y="3077"/>
                </a:cxn>
                <a:cxn ang="0">
                  <a:pos x="314" y="2899"/>
                </a:cxn>
                <a:cxn ang="0">
                  <a:pos x="252" y="2715"/>
                </a:cxn>
                <a:cxn ang="0">
                  <a:pos x="202" y="2527"/>
                </a:cxn>
                <a:cxn ang="0">
                  <a:pos x="163" y="2338"/>
                </a:cxn>
                <a:cxn ang="0">
                  <a:pos x="135" y="2146"/>
                </a:cxn>
                <a:cxn ang="0">
                  <a:pos x="117" y="1956"/>
                </a:cxn>
                <a:cxn ang="0">
                  <a:pos x="105" y="1767"/>
                </a:cxn>
                <a:cxn ang="0">
                  <a:pos x="103" y="1582"/>
                </a:cxn>
                <a:cxn ang="0">
                  <a:pos x="106" y="1401"/>
                </a:cxn>
                <a:cxn ang="0">
                  <a:pos x="115" y="1224"/>
                </a:cxn>
                <a:cxn ang="0">
                  <a:pos x="129" y="1054"/>
                </a:cxn>
                <a:cxn ang="0">
                  <a:pos x="147" y="893"/>
                </a:cxn>
                <a:cxn ang="0">
                  <a:pos x="190" y="598"/>
                </a:cxn>
                <a:cxn ang="0">
                  <a:pos x="236" y="353"/>
                </a:cxn>
                <a:cxn ang="0">
                  <a:pos x="278" y="165"/>
                </a:cxn>
                <a:cxn ang="0">
                  <a:pos x="308" y="43"/>
                </a:cxn>
              </a:cxnLst>
              <a:rect l="0" t="0" r="r" b="b"/>
              <a:pathLst>
                <a:path w="2070" h="4320">
                  <a:moveTo>
                    <a:pt x="320" y="0"/>
                  </a:moveTo>
                  <a:lnTo>
                    <a:pt x="0" y="0"/>
                  </a:lnTo>
                  <a:lnTo>
                    <a:pt x="2" y="4320"/>
                  </a:lnTo>
                  <a:lnTo>
                    <a:pt x="2070" y="4320"/>
                  </a:lnTo>
                  <a:lnTo>
                    <a:pt x="2070" y="4320"/>
                  </a:lnTo>
                  <a:lnTo>
                    <a:pt x="2003" y="4306"/>
                  </a:lnTo>
                  <a:lnTo>
                    <a:pt x="1938" y="4293"/>
                  </a:lnTo>
                  <a:lnTo>
                    <a:pt x="1875" y="4277"/>
                  </a:lnTo>
                  <a:lnTo>
                    <a:pt x="1811" y="4260"/>
                  </a:lnTo>
                  <a:lnTo>
                    <a:pt x="1751" y="4241"/>
                  </a:lnTo>
                  <a:lnTo>
                    <a:pt x="1691" y="4222"/>
                  </a:lnTo>
                  <a:lnTo>
                    <a:pt x="1633" y="4203"/>
                  </a:lnTo>
                  <a:lnTo>
                    <a:pt x="1576" y="4181"/>
                  </a:lnTo>
                  <a:lnTo>
                    <a:pt x="1520" y="4161"/>
                  </a:lnTo>
                  <a:lnTo>
                    <a:pt x="1467" y="4137"/>
                  </a:lnTo>
                  <a:lnTo>
                    <a:pt x="1414" y="4113"/>
                  </a:lnTo>
                  <a:lnTo>
                    <a:pt x="1362" y="4089"/>
                  </a:lnTo>
                  <a:lnTo>
                    <a:pt x="1311" y="4061"/>
                  </a:lnTo>
                  <a:lnTo>
                    <a:pt x="1263" y="4035"/>
                  </a:lnTo>
                  <a:lnTo>
                    <a:pt x="1215" y="4008"/>
                  </a:lnTo>
                  <a:lnTo>
                    <a:pt x="1169" y="3979"/>
                  </a:lnTo>
                  <a:lnTo>
                    <a:pt x="1122" y="3950"/>
                  </a:lnTo>
                  <a:lnTo>
                    <a:pt x="1080" y="3919"/>
                  </a:lnTo>
                  <a:lnTo>
                    <a:pt x="1037" y="3888"/>
                  </a:lnTo>
                  <a:lnTo>
                    <a:pt x="994" y="3855"/>
                  </a:lnTo>
                  <a:lnTo>
                    <a:pt x="954" y="3823"/>
                  </a:lnTo>
                  <a:lnTo>
                    <a:pt x="915" y="3789"/>
                  </a:lnTo>
                  <a:lnTo>
                    <a:pt x="876" y="3754"/>
                  </a:lnTo>
                  <a:lnTo>
                    <a:pt x="840" y="3720"/>
                  </a:lnTo>
                  <a:lnTo>
                    <a:pt x="804" y="3684"/>
                  </a:lnTo>
                  <a:lnTo>
                    <a:pt x="769" y="3648"/>
                  </a:lnTo>
                  <a:lnTo>
                    <a:pt x="735" y="3610"/>
                  </a:lnTo>
                  <a:lnTo>
                    <a:pt x="703" y="3573"/>
                  </a:lnTo>
                  <a:lnTo>
                    <a:pt x="670" y="3535"/>
                  </a:lnTo>
                  <a:lnTo>
                    <a:pt x="641" y="3495"/>
                  </a:lnTo>
                  <a:lnTo>
                    <a:pt x="610" y="3456"/>
                  </a:lnTo>
                  <a:lnTo>
                    <a:pt x="583" y="3417"/>
                  </a:lnTo>
                  <a:lnTo>
                    <a:pt x="555" y="3375"/>
                  </a:lnTo>
                  <a:lnTo>
                    <a:pt x="528" y="3334"/>
                  </a:lnTo>
                  <a:lnTo>
                    <a:pt x="502" y="3293"/>
                  </a:lnTo>
                  <a:lnTo>
                    <a:pt x="478" y="3250"/>
                  </a:lnTo>
                  <a:lnTo>
                    <a:pt x="454" y="3207"/>
                  </a:lnTo>
                  <a:lnTo>
                    <a:pt x="432" y="3165"/>
                  </a:lnTo>
                  <a:lnTo>
                    <a:pt x="389" y="3077"/>
                  </a:lnTo>
                  <a:lnTo>
                    <a:pt x="350" y="2990"/>
                  </a:lnTo>
                  <a:lnTo>
                    <a:pt x="314" y="2899"/>
                  </a:lnTo>
                  <a:lnTo>
                    <a:pt x="281" y="2808"/>
                  </a:lnTo>
                  <a:lnTo>
                    <a:pt x="252" y="2715"/>
                  </a:lnTo>
                  <a:lnTo>
                    <a:pt x="224" y="2621"/>
                  </a:lnTo>
                  <a:lnTo>
                    <a:pt x="202" y="2527"/>
                  </a:lnTo>
                  <a:lnTo>
                    <a:pt x="182" y="2433"/>
                  </a:lnTo>
                  <a:lnTo>
                    <a:pt x="163" y="2338"/>
                  </a:lnTo>
                  <a:lnTo>
                    <a:pt x="147" y="2242"/>
                  </a:lnTo>
                  <a:lnTo>
                    <a:pt x="135" y="2146"/>
                  </a:lnTo>
                  <a:lnTo>
                    <a:pt x="123" y="2052"/>
                  </a:lnTo>
                  <a:lnTo>
                    <a:pt x="117" y="1956"/>
                  </a:lnTo>
                  <a:lnTo>
                    <a:pt x="110" y="1862"/>
                  </a:lnTo>
                  <a:lnTo>
                    <a:pt x="105" y="1767"/>
                  </a:lnTo>
                  <a:lnTo>
                    <a:pt x="103" y="1675"/>
                  </a:lnTo>
                  <a:lnTo>
                    <a:pt x="103" y="1582"/>
                  </a:lnTo>
                  <a:lnTo>
                    <a:pt x="103" y="1491"/>
                  </a:lnTo>
                  <a:lnTo>
                    <a:pt x="106" y="1401"/>
                  </a:lnTo>
                  <a:lnTo>
                    <a:pt x="110" y="1311"/>
                  </a:lnTo>
                  <a:lnTo>
                    <a:pt x="115" y="1224"/>
                  </a:lnTo>
                  <a:lnTo>
                    <a:pt x="122" y="1138"/>
                  </a:lnTo>
                  <a:lnTo>
                    <a:pt x="129" y="1054"/>
                  </a:lnTo>
                  <a:lnTo>
                    <a:pt x="137" y="972"/>
                  </a:lnTo>
                  <a:lnTo>
                    <a:pt x="147" y="893"/>
                  </a:lnTo>
                  <a:lnTo>
                    <a:pt x="168" y="741"/>
                  </a:lnTo>
                  <a:lnTo>
                    <a:pt x="190" y="598"/>
                  </a:lnTo>
                  <a:lnTo>
                    <a:pt x="212" y="470"/>
                  </a:lnTo>
                  <a:lnTo>
                    <a:pt x="236" y="353"/>
                  </a:lnTo>
                  <a:lnTo>
                    <a:pt x="259" y="250"/>
                  </a:lnTo>
                  <a:lnTo>
                    <a:pt x="278" y="165"/>
                  </a:lnTo>
                  <a:lnTo>
                    <a:pt x="296" y="94"/>
                  </a:lnTo>
                  <a:lnTo>
                    <a:pt x="308" y="43"/>
                  </a:lnTo>
                  <a:lnTo>
                    <a:pt x="320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>
            <a:xfrm>
              <a:off x="-12700" y="609600"/>
              <a:ext cx="2600325" cy="6334124"/>
            </a:xfrm>
            <a:custGeom>
              <a:avLst/>
              <a:gdLst/>
              <a:ah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2571734"/>
            <a:ext cx="10363200" cy="1071581"/>
          </a:xfrm>
        </p:spPr>
        <p:txBody>
          <a:bodyPr anchor="t"/>
          <a:lstStyle>
            <a:lvl1pPr algn="r">
              <a:defRPr sz="48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035630"/>
            <a:ext cx="10363200" cy="536104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952464" y="3786191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3786191"/>
            <a:ext cx="3860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477267" y="3786191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8564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3547" y="300795"/>
            <a:ext cx="10972800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내용 개체 틀 3"/>
          <p:cNvSpPr>
            <a:spLocks noGrp="1"/>
          </p:cNvSpPr>
          <p:nvPr>
            <p:ph sz="half" idx="13"/>
          </p:nvPr>
        </p:nvSpPr>
        <p:spPr>
          <a:xfrm>
            <a:off x="609600" y="1395664"/>
            <a:ext cx="5384800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395664"/>
            <a:ext cx="5384800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672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603547" y="300795"/>
            <a:ext cx="10972800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0887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10972800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500174"/>
            <a:ext cx="10972800" cy="4668089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 dirty="0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4585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개체 틀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10972800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sz="quarter" idx="13"/>
          </p:nvPr>
        </p:nvSpPr>
        <p:spPr>
          <a:xfrm>
            <a:off x="6197600" y="1600200"/>
            <a:ext cx="5384800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sz="quarter" idx="14"/>
          </p:nvPr>
        </p:nvSpPr>
        <p:spPr>
          <a:xfrm>
            <a:off x="609600" y="3915075"/>
            <a:ext cx="5384800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sz="quarter" idx="15"/>
          </p:nvPr>
        </p:nvSpPr>
        <p:spPr>
          <a:xfrm>
            <a:off x="6197600" y="3915075"/>
            <a:ext cx="5384800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6398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23"/>
          <p:cNvGrpSpPr/>
          <p:nvPr/>
        </p:nvGrpSpPr>
        <p:grpSpPr>
          <a:xfrm>
            <a:off x="-12699" y="1"/>
            <a:ext cx="4579940" cy="3429000"/>
            <a:chOff x="-9525" y="1"/>
            <a:chExt cx="3434955" cy="3429000"/>
          </a:xfrm>
        </p:grpSpPr>
        <p:sp>
          <p:nvSpPr>
            <p:cNvPr id="21" name="Freeform 6"/>
            <p:cNvSpPr>
              <a:spLocks noEditPoints="1"/>
            </p:cNvSpPr>
            <p:nvPr/>
          </p:nvSpPr>
          <p:spPr>
            <a:xfrm rot="5400000" flipV="1">
              <a:off x="-1064172" y="1064173"/>
              <a:ext cx="3429000" cy="130065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>
            <a:xfrm>
              <a:off x="-4226" y="1"/>
              <a:ext cx="3429656" cy="182879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13" name="Freeform 12"/>
            <p:cNvSpPr>
              <a:spLocks noEditPoints="1"/>
            </p:cNvSpPr>
            <p:nvPr/>
          </p:nvSpPr>
          <p:spPr>
            <a:xfrm>
              <a:off x="-9525" y="1"/>
              <a:ext cx="3286126" cy="1219199"/>
            </a:xfrm>
            <a:custGeom>
              <a:avLst/>
              <a:gdLst/>
              <a:ah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4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grpSp>
        <p:nvGrpSpPr>
          <p:cNvPr id="9" name="그룹 22"/>
          <p:cNvGrpSpPr/>
          <p:nvPr/>
        </p:nvGrpSpPr>
        <p:grpSpPr>
          <a:xfrm>
            <a:off x="7619125" y="3429000"/>
            <a:ext cx="4572875" cy="3429000"/>
            <a:chOff x="5714344" y="3429000"/>
            <a:chExt cx="3429656" cy="3429000"/>
          </a:xfrm>
        </p:grpSpPr>
        <p:grpSp>
          <p:nvGrpSpPr>
            <p:cNvPr id="10" name="그룹 18"/>
            <p:cNvGrpSpPr/>
            <p:nvPr/>
          </p:nvGrpSpPr>
          <p:grpSpPr>
            <a:xfrm flipV="1">
              <a:off x="5714344" y="5029201"/>
              <a:ext cx="3429656" cy="1828799"/>
              <a:chOff x="5714344" y="1"/>
              <a:chExt cx="3429656" cy="1828799"/>
            </a:xfrm>
          </p:grpSpPr>
          <p:sp>
            <p:nvSpPr>
              <p:cNvPr id="17" name="Freeform 6"/>
              <p:cNvSpPr>
                <a:spLocks noEditPoints="1"/>
              </p:cNvSpPr>
              <p:nvPr/>
            </p:nvSpPr>
            <p:spPr>
              <a:xfrm flipH="1">
                <a:off x="5714344" y="1"/>
                <a:ext cx="3429656" cy="182879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0" y="3710"/>
                  </a:cxn>
                  <a:cxn ang="0">
                    <a:pos x="22" y="3628"/>
                  </a:cxn>
                  <a:cxn ang="0">
                    <a:pos x="64" y="3488"/>
                  </a:cxn>
                  <a:cxn ang="0">
                    <a:pos x="136" y="3294"/>
                  </a:cxn>
                  <a:cxn ang="0">
                    <a:pos x="212" y="3116"/>
                  </a:cxn>
                  <a:cxn ang="0">
                    <a:pos x="274" y="2986"/>
                  </a:cxn>
                  <a:cxn ang="0">
                    <a:pos x="348" y="2846"/>
                  </a:cxn>
                  <a:cxn ang="0">
                    <a:pos x="432" y="2700"/>
                  </a:cxn>
                  <a:cxn ang="0">
                    <a:pos x="528" y="2548"/>
                  </a:cxn>
                  <a:cxn ang="0">
                    <a:pos x="636" y="2390"/>
                  </a:cxn>
                  <a:cxn ang="0">
                    <a:pos x="756" y="2228"/>
                  </a:cxn>
                  <a:cxn ang="0">
                    <a:pos x="892" y="2064"/>
                  </a:cxn>
                  <a:cxn ang="0">
                    <a:pos x="1040" y="1898"/>
                  </a:cxn>
                  <a:cxn ang="0">
                    <a:pos x="1204" y="1730"/>
                  </a:cxn>
                  <a:cxn ang="0">
                    <a:pos x="1384" y="1566"/>
                  </a:cxn>
                  <a:cxn ang="0">
                    <a:pos x="1580" y="1402"/>
                  </a:cxn>
                  <a:cxn ang="0">
                    <a:pos x="1794" y="1240"/>
                  </a:cxn>
                  <a:cxn ang="0">
                    <a:pos x="2024" y="1084"/>
                  </a:cxn>
                  <a:cxn ang="0">
                    <a:pos x="2274" y="934"/>
                  </a:cxn>
                  <a:cxn ang="0">
                    <a:pos x="2542" y="790"/>
                  </a:cxn>
                  <a:cxn ang="0">
                    <a:pos x="2830" y="654"/>
                  </a:cxn>
                  <a:cxn ang="0">
                    <a:pos x="3140" y="526"/>
                  </a:cxn>
                  <a:cxn ang="0">
                    <a:pos x="3468" y="410"/>
                  </a:cxn>
                  <a:cxn ang="0">
                    <a:pos x="3820" y="304"/>
                  </a:cxn>
                  <a:cxn ang="0">
                    <a:pos x="4194" y="210"/>
                  </a:cxn>
                  <a:cxn ang="0">
                    <a:pos x="4590" y="132"/>
                  </a:cxn>
                  <a:cxn ang="0">
                    <a:pos x="5012" y="66"/>
                  </a:cxn>
                  <a:cxn ang="0">
                    <a:pos x="5230" y="40"/>
                  </a:cxn>
                  <a:cxn ang="0">
                    <a:pos x="5456" y="18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3710">
                    <a:moveTo>
                      <a:pt x="5688" y="0"/>
                    </a:moveTo>
                    <a:lnTo>
                      <a:pt x="8" y="0"/>
                    </a:lnTo>
                    <a:lnTo>
                      <a:pt x="0" y="3710"/>
                    </a:lnTo>
                    <a:lnTo>
                      <a:pt x="0" y="3710"/>
                    </a:lnTo>
                    <a:lnTo>
                      <a:pt x="10" y="3672"/>
                    </a:lnTo>
                    <a:lnTo>
                      <a:pt x="22" y="3628"/>
                    </a:lnTo>
                    <a:lnTo>
                      <a:pt x="40" y="3566"/>
                    </a:lnTo>
                    <a:lnTo>
                      <a:pt x="64" y="3488"/>
                    </a:lnTo>
                    <a:lnTo>
                      <a:pt x="96" y="3396"/>
                    </a:lnTo>
                    <a:lnTo>
                      <a:pt x="136" y="3294"/>
                    </a:lnTo>
                    <a:lnTo>
                      <a:pt x="184" y="3178"/>
                    </a:lnTo>
                    <a:lnTo>
                      <a:pt x="212" y="3116"/>
                    </a:lnTo>
                    <a:lnTo>
                      <a:pt x="242" y="3052"/>
                    </a:lnTo>
                    <a:lnTo>
                      <a:pt x="274" y="2986"/>
                    </a:lnTo>
                    <a:lnTo>
                      <a:pt x="310" y="2918"/>
                    </a:lnTo>
                    <a:lnTo>
                      <a:pt x="348" y="2846"/>
                    </a:lnTo>
                    <a:lnTo>
                      <a:pt x="388" y="2774"/>
                    </a:lnTo>
                    <a:lnTo>
                      <a:pt x="432" y="2700"/>
                    </a:lnTo>
                    <a:lnTo>
                      <a:pt x="478" y="2624"/>
                    </a:lnTo>
                    <a:lnTo>
                      <a:pt x="528" y="2548"/>
                    </a:lnTo>
                    <a:lnTo>
                      <a:pt x="580" y="2470"/>
                    </a:lnTo>
                    <a:lnTo>
                      <a:pt x="636" y="2390"/>
                    </a:lnTo>
                    <a:lnTo>
                      <a:pt x="694" y="2310"/>
                    </a:lnTo>
                    <a:lnTo>
                      <a:pt x="756" y="2228"/>
                    </a:lnTo>
                    <a:lnTo>
                      <a:pt x="822" y="2146"/>
                    </a:lnTo>
                    <a:lnTo>
                      <a:pt x="892" y="2064"/>
                    </a:lnTo>
                    <a:lnTo>
                      <a:pt x="964" y="1980"/>
                    </a:lnTo>
                    <a:lnTo>
                      <a:pt x="1040" y="1898"/>
                    </a:lnTo>
                    <a:lnTo>
                      <a:pt x="1120" y="1814"/>
                    </a:lnTo>
                    <a:lnTo>
                      <a:pt x="1204" y="1730"/>
                    </a:lnTo>
                    <a:lnTo>
                      <a:pt x="1292" y="1648"/>
                    </a:lnTo>
                    <a:lnTo>
                      <a:pt x="1384" y="1566"/>
                    </a:lnTo>
                    <a:lnTo>
                      <a:pt x="1480" y="1482"/>
                    </a:lnTo>
                    <a:lnTo>
                      <a:pt x="1580" y="1402"/>
                    </a:lnTo>
                    <a:lnTo>
                      <a:pt x="1684" y="1320"/>
                    </a:lnTo>
                    <a:lnTo>
                      <a:pt x="1794" y="1240"/>
                    </a:lnTo>
                    <a:lnTo>
                      <a:pt x="1906" y="1162"/>
                    </a:lnTo>
                    <a:lnTo>
                      <a:pt x="2024" y="1084"/>
                    </a:lnTo>
                    <a:lnTo>
                      <a:pt x="2146" y="1008"/>
                    </a:lnTo>
                    <a:lnTo>
                      <a:pt x="2274" y="934"/>
                    </a:lnTo>
                    <a:lnTo>
                      <a:pt x="2406" y="860"/>
                    </a:lnTo>
                    <a:lnTo>
                      <a:pt x="2542" y="790"/>
                    </a:lnTo>
                    <a:lnTo>
                      <a:pt x="2684" y="720"/>
                    </a:lnTo>
                    <a:lnTo>
                      <a:pt x="2830" y="654"/>
                    </a:lnTo>
                    <a:lnTo>
                      <a:pt x="2982" y="588"/>
                    </a:lnTo>
                    <a:lnTo>
                      <a:pt x="3140" y="526"/>
                    </a:lnTo>
                    <a:lnTo>
                      <a:pt x="3302" y="466"/>
                    </a:lnTo>
                    <a:lnTo>
                      <a:pt x="3468" y="410"/>
                    </a:lnTo>
                    <a:lnTo>
                      <a:pt x="3642" y="354"/>
                    </a:lnTo>
                    <a:lnTo>
                      <a:pt x="3820" y="304"/>
                    </a:lnTo>
                    <a:lnTo>
                      <a:pt x="4004" y="256"/>
                    </a:lnTo>
                    <a:lnTo>
                      <a:pt x="4194" y="210"/>
                    </a:lnTo>
                    <a:lnTo>
                      <a:pt x="4390" y="170"/>
                    </a:lnTo>
                    <a:lnTo>
                      <a:pt x="4590" y="132"/>
                    </a:lnTo>
                    <a:lnTo>
                      <a:pt x="4798" y="98"/>
                    </a:lnTo>
                    <a:lnTo>
                      <a:pt x="5012" y="66"/>
                    </a:lnTo>
                    <a:lnTo>
                      <a:pt x="5120" y="54"/>
                    </a:lnTo>
                    <a:lnTo>
                      <a:pt x="5230" y="40"/>
                    </a:lnTo>
                    <a:lnTo>
                      <a:pt x="5344" y="28"/>
                    </a:lnTo>
                    <a:lnTo>
                      <a:pt x="5456" y="18"/>
                    </a:lnTo>
                    <a:lnTo>
                      <a:pt x="5572" y="8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  <a:alpha val="49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 lang="ko-KR" altLang="en-US"/>
                </a:pPr>
                <a:endParaRPr kumimoji="0" lang="ko-KR" altLang="en-US" sz="1800" b="0" dirty="0">
                  <a:solidFill>
                    <a:srgbClr val="000000"/>
                  </a:solidFill>
                  <a:latin typeface="Tahoma"/>
                  <a:ea typeface="함초롬돋움"/>
                </a:endParaRPr>
              </a:p>
            </p:txBody>
          </p:sp>
          <p:sp>
            <p:nvSpPr>
              <p:cNvPr id="18" name="Freeform 12"/>
              <p:cNvSpPr>
                <a:spLocks noEditPoints="1"/>
              </p:cNvSpPr>
              <p:nvPr/>
            </p:nvSpPr>
            <p:spPr>
              <a:xfrm flipH="1">
                <a:off x="5857874" y="1"/>
                <a:ext cx="3286126" cy="1219199"/>
              </a:xfrm>
              <a:custGeom>
                <a:avLst/>
                <a:gdLst/>
                <a:ahLst/>
                <a:cxnLst>
                  <a:cxn ang="0">
                    <a:pos x="5688" y="0"/>
                  </a:cxn>
                  <a:cxn ang="0">
                    <a:pos x="8" y="0"/>
                  </a:cxn>
                  <a:cxn ang="0">
                    <a:pos x="0" y="2678"/>
                  </a:cxn>
                  <a:cxn ang="0">
                    <a:pos x="0" y="2678"/>
                  </a:cxn>
                  <a:cxn ang="0">
                    <a:pos x="10" y="2652"/>
                  </a:cxn>
                  <a:cxn ang="0">
                    <a:pos x="22" y="2618"/>
                  </a:cxn>
                  <a:cxn ang="0">
                    <a:pos x="40" y="2574"/>
                  </a:cxn>
                  <a:cxn ang="0">
                    <a:pos x="64" y="2518"/>
                  </a:cxn>
                  <a:cxn ang="0">
                    <a:pos x="96" y="2452"/>
                  </a:cxn>
                  <a:cxn ang="0">
                    <a:pos x="136" y="2378"/>
                  </a:cxn>
                  <a:cxn ang="0">
                    <a:pos x="184" y="2294"/>
                  </a:cxn>
                  <a:cxn ang="0">
                    <a:pos x="242" y="2204"/>
                  </a:cxn>
                  <a:cxn ang="0">
                    <a:pos x="274" y="2156"/>
                  </a:cxn>
                  <a:cxn ang="0">
                    <a:pos x="310" y="2106"/>
                  </a:cxn>
                  <a:cxn ang="0">
                    <a:pos x="348" y="2056"/>
                  </a:cxn>
                  <a:cxn ang="0">
                    <a:pos x="388" y="2002"/>
                  </a:cxn>
                  <a:cxn ang="0">
                    <a:pos x="432" y="1950"/>
                  </a:cxn>
                  <a:cxn ang="0">
                    <a:pos x="478" y="1894"/>
                  </a:cxn>
                  <a:cxn ang="0">
                    <a:pos x="528" y="1840"/>
                  </a:cxn>
                  <a:cxn ang="0">
                    <a:pos x="580" y="1782"/>
                  </a:cxn>
                  <a:cxn ang="0">
                    <a:pos x="636" y="1726"/>
                  </a:cxn>
                  <a:cxn ang="0">
                    <a:pos x="694" y="1668"/>
                  </a:cxn>
                  <a:cxn ang="0">
                    <a:pos x="756" y="1608"/>
                  </a:cxn>
                  <a:cxn ang="0">
                    <a:pos x="822" y="1550"/>
                  </a:cxn>
                  <a:cxn ang="0">
                    <a:pos x="892" y="1490"/>
                  </a:cxn>
                  <a:cxn ang="0">
                    <a:pos x="964" y="1430"/>
                  </a:cxn>
                  <a:cxn ang="0">
                    <a:pos x="1040" y="1370"/>
                  </a:cxn>
                  <a:cxn ang="0">
                    <a:pos x="1120" y="1310"/>
                  </a:cxn>
                  <a:cxn ang="0">
                    <a:pos x="1204" y="1250"/>
                  </a:cxn>
                  <a:cxn ang="0">
                    <a:pos x="1292" y="1190"/>
                  </a:cxn>
                  <a:cxn ang="0">
                    <a:pos x="1384" y="1130"/>
                  </a:cxn>
                  <a:cxn ang="0">
                    <a:pos x="1480" y="1070"/>
                  </a:cxn>
                  <a:cxn ang="0">
                    <a:pos x="1580" y="1012"/>
                  </a:cxn>
                  <a:cxn ang="0">
                    <a:pos x="1684" y="954"/>
                  </a:cxn>
                  <a:cxn ang="0">
                    <a:pos x="1794" y="896"/>
                  </a:cxn>
                  <a:cxn ang="0">
                    <a:pos x="1906" y="840"/>
                  </a:cxn>
                  <a:cxn ang="0">
                    <a:pos x="2024" y="784"/>
                  </a:cxn>
                  <a:cxn ang="0">
                    <a:pos x="2146" y="728"/>
                  </a:cxn>
                  <a:cxn ang="0">
                    <a:pos x="2274" y="674"/>
                  </a:cxn>
                  <a:cxn ang="0">
                    <a:pos x="2406" y="622"/>
                  </a:cxn>
                  <a:cxn ang="0">
                    <a:pos x="2542" y="570"/>
                  </a:cxn>
                  <a:cxn ang="0">
                    <a:pos x="2684" y="520"/>
                  </a:cxn>
                  <a:cxn ang="0">
                    <a:pos x="2830" y="472"/>
                  </a:cxn>
                  <a:cxn ang="0">
                    <a:pos x="2982" y="426"/>
                  </a:cxn>
                  <a:cxn ang="0">
                    <a:pos x="3140" y="380"/>
                  </a:cxn>
                  <a:cxn ang="0">
                    <a:pos x="3302" y="336"/>
                  </a:cxn>
                  <a:cxn ang="0">
                    <a:pos x="3468" y="296"/>
                  </a:cxn>
                  <a:cxn ang="0">
                    <a:pos x="3642" y="256"/>
                  </a:cxn>
                  <a:cxn ang="0">
                    <a:pos x="3820" y="220"/>
                  </a:cxn>
                  <a:cxn ang="0">
                    <a:pos x="4004" y="184"/>
                  </a:cxn>
                  <a:cxn ang="0">
                    <a:pos x="4194" y="152"/>
                  </a:cxn>
                  <a:cxn ang="0">
                    <a:pos x="4390" y="122"/>
                  </a:cxn>
                  <a:cxn ang="0">
                    <a:pos x="4590" y="94"/>
                  </a:cxn>
                  <a:cxn ang="0">
                    <a:pos x="4798" y="70"/>
                  </a:cxn>
                  <a:cxn ang="0">
                    <a:pos x="5012" y="48"/>
                  </a:cxn>
                  <a:cxn ang="0">
                    <a:pos x="5230" y="30"/>
                  </a:cxn>
                  <a:cxn ang="0">
                    <a:pos x="5456" y="14"/>
                  </a:cxn>
                  <a:cxn ang="0">
                    <a:pos x="5688" y="0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2678">
                    <a:moveTo>
                      <a:pt x="5688" y="0"/>
                    </a:moveTo>
                    <a:lnTo>
                      <a:pt x="8" y="0"/>
                    </a:lnTo>
                    <a:lnTo>
                      <a:pt x="0" y="2678"/>
                    </a:lnTo>
                    <a:lnTo>
                      <a:pt x="0" y="2678"/>
                    </a:lnTo>
                    <a:lnTo>
                      <a:pt x="10" y="2652"/>
                    </a:lnTo>
                    <a:lnTo>
                      <a:pt x="22" y="2618"/>
                    </a:lnTo>
                    <a:lnTo>
                      <a:pt x="40" y="2574"/>
                    </a:lnTo>
                    <a:lnTo>
                      <a:pt x="64" y="2518"/>
                    </a:lnTo>
                    <a:lnTo>
                      <a:pt x="96" y="2452"/>
                    </a:lnTo>
                    <a:lnTo>
                      <a:pt x="136" y="2378"/>
                    </a:lnTo>
                    <a:lnTo>
                      <a:pt x="184" y="2294"/>
                    </a:lnTo>
                    <a:lnTo>
                      <a:pt x="242" y="2204"/>
                    </a:lnTo>
                    <a:lnTo>
                      <a:pt x="274" y="2156"/>
                    </a:lnTo>
                    <a:lnTo>
                      <a:pt x="310" y="2106"/>
                    </a:lnTo>
                    <a:lnTo>
                      <a:pt x="348" y="2056"/>
                    </a:lnTo>
                    <a:lnTo>
                      <a:pt x="388" y="2002"/>
                    </a:lnTo>
                    <a:lnTo>
                      <a:pt x="432" y="1950"/>
                    </a:lnTo>
                    <a:lnTo>
                      <a:pt x="478" y="1894"/>
                    </a:lnTo>
                    <a:lnTo>
                      <a:pt x="528" y="1840"/>
                    </a:lnTo>
                    <a:lnTo>
                      <a:pt x="580" y="1782"/>
                    </a:lnTo>
                    <a:lnTo>
                      <a:pt x="636" y="1726"/>
                    </a:lnTo>
                    <a:lnTo>
                      <a:pt x="694" y="1668"/>
                    </a:lnTo>
                    <a:lnTo>
                      <a:pt x="756" y="1608"/>
                    </a:lnTo>
                    <a:lnTo>
                      <a:pt x="822" y="1550"/>
                    </a:lnTo>
                    <a:lnTo>
                      <a:pt x="892" y="1490"/>
                    </a:lnTo>
                    <a:lnTo>
                      <a:pt x="964" y="1430"/>
                    </a:lnTo>
                    <a:lnTo>
                      <a:pt x="1040" y="1370"/>
                    </a:lnTo>
                    <a:lnTo>
                      <a:pt x="1120" y="1310"/>
                    </a:lnTo>
                    <a:lnTo>
                      <a:pt x="1204" y="1250"/>
                    </a:lnTo>
                    <a:lnTo>
                      <a:pt x="1292" y="1190"/>
                    </a:lnTo>
                    <a:lnTo>
                      <a:pt x="1384" y="1130"/>
                    </a:lnTo>
                    <a:lnTo>
                      <a:pt x="1480" y="1070"/>
                    </a:lnTo>
                    <a:lnTo>
                      <a:pt x="1580" y="1012"/>
                    </a:lnTo>
                    <a:lnTo>
                      <a:pt x="1684" y="954"/>
                    </a:lnTo>
                    <a:lnTo>
                      <a:pt x="1794" y="896"/>
                    </a:lnTo>
                    <a:lnTo>
                      <a:pt x="1906" y="840"/>
                    </a:lnTo>
                    <a:lnTo>
                      <a:pt x="2024" y="784"/>
                    </a:lnTo>
                    <a:lnTo>
                      <a:pt x="2146" y="728"/>
                    </a:lnTo>
                    <a:lnTo>
                      <a:pt x="2274" y="674"/>
                    </a:lnTo>
                    <a:lnTo>
                      <a:pt x="2406" y="622"/>
                    </a:lnTo>
                    <a:lnTo>
                      <a:pt x="2542" y="570"/>
                    </a:lnTo>
                    <a:lnTo>
                      <a:pt x="2684" y="520"/>
                    </a:lnTo>
                    <a:lnTo>
                      <a:pt x="2830" y="472"/>
                    </a:lnTo>
                    <a:lnTo>
                      <a:pt x="2982" y="426"/>
                    </a:lnTo>
                    <a:lnTo>
                      <a:pt x="3140" y="380"/>
                    </a:lnTo>
                    <a:lnTo>
                      <a:pt x="3302" y="336"/>
                    </a:lnTo>
                    <a:lnTo>
                      <a:pt x="3468" y="296"/>
                    </a:lnTo>
                    <a:lnTo>
                      <a:pt x="3642" y="256"/>
                    </a:lnTo>
                    <a:lnTo>
                      <a:pt x="3820" y="220"/>
                    </a:lnTo>
                    <a:lnTo>
                      <a:pt x="4004" y="184"/>
                    </a:lnTo>
                    <a:lnTo>
                      <a:pt x="4194" y="152"/>
                    </a:lnTo>
                    <a:lnTo>
                      <a:pt x="4390" y="122"/>
                    </a:lnTo>
                    <a:lnTo>
                      <a:pt x="4590" y="94"/>
                    </a:lnTo>
                    <a:lnTo>
                      <a:pt x="4798" y="70"/>
                    </a:lnTo>
                    <a:lnTo>
                      <a:pt x="5012" y="48"/>
                    </a:lnTo>
                    <a:lnTo>
                      <a:pt x="5230" y="30"/>
                    </a:lnTo>
                    <a:lnTo>
                      <a:pt x="5456" y="14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4">
                  <a:lumMod val="75000"/>
                  <a:alpha val="44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 lang="ko-KR" altLang="en-US"/>
                </a:pPr>
                <a:endParaRPr kumimoji="0" lang="ko-KR" altLang="en-US" sz="1800" b="0" dirty="0">
                  <a:solidFill>
                    <a:srgbClr val="000000"/>
                  </a:solidFill>
                  <a:latin typeface="Tahoma"/>
                  <a:ea typeface="함초롬돋움"/>
                </a:endParaRPr>
              </a:p>
            </p:txBody>
          </p:sp>
        </p:grpSp>
        <p:sp>
          <p:nvSpPr>
            <p:cNvPr id="22" name="Freeform 6"/>
            <p:cNvSpPr>
              <a:spLocks noEditPoints="1"/>
            </p:cNvSpPr>
            <p:nvPr/>
          </p:nvSpPr>
          <p:spPr>
            <a:xfrm rot="5400000" flipH="1">
              <a:off x="6779172" y="4493172"/>
              <a:ext cx="3429000" cy="130065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38400" y="760076"/>
            <a:ext cx="7315200" cy="566738"/>
          </a:xfrm>
        </p:spPr>
        <p:txBody>
          <a:bodyPr anchor="b"/>
          <a:lstStyle>
            <a:lvl1pPr algn="l">
              <a:defRPr sz="24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2438400" y="1357298"/>
            <a:ext cx="7315200" cy="3757610"/>
          </a:xfr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rgbClr r="0" g="0" b="0"/>
          </a:fontRef>
        </p:style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38400" y="5164150"/>
            <a:ext cx="7315200" cy="8048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3996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673600" y="-50800"/>
            <a:ext cx="7535333" cy="6908800"/>
            <a:chOff x="3505200" y="-50800"/>
            <a:chExt cx="5651500" cy="6908800"/>
          </a:xfrm>
        </p:grpSpPr>
        <p:sp>
          <p:nvSpPr>
            <p:cNvPr id="7" name="Freeform 29"/>
            <p:cNvSpPr/>
            <p:nvPr/>
          </p:nvSpPr>
          <p:spPr>
            <a:xfrm>
              <a:off x="3505200" y="-12700"/>
              <a:ext cx="5651500" cy="6870700"/>
            </a:xfrm>
            <a:custGeom>
              <a:avLst/>
              <a:gdLst/>
              <a:ah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8" name="Freeform 39"/>
            <p:cNvSpPr/>
            <p:nvPr/>
          </p:nvSpPr>
          <p:spPr>
            <a:xfrm>
              <a:off x="4704306" y="-50800"/>
              <a:ext cx="4439790" cy="6908800"/>
            </a:xfrm>
            <a:custGeom>
              <a:avLst/>
              <a:gdLst/>
              <a:ah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9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9" name="Freeform 34"/>
            <p:cNvSpPr/>
            <p:nvPr/>
          </p:nvSpPr>
          <p:spPr>
            <a:xfrm>
              <a:off x="6293129" y="-12700"/>
              <a:ext cx="2863571" cy="6870700"/>
            </a:xfrm>
            <a:custGeom>
              <a:avLst/>
              <a:gdLst/>
              <a:ahLst/>
              <a:cxnLst>
                <a:cxn ang="0">
                  <a:pos x="1687" y="0"/>
                </a:cxn>
                <a:cxn ang="0">
                  <a:pos x="1687" y="0"/>
                </a:cxn>
                <a:cxn ang="0">
                  <a:pos x="1685" y="36"/>
                </a:cxn>
                <a:cxn ang="0">
                  <a:pos x="1679" y="141"/>
                </a:cxn>
                <a:cxn ang="0">
                  <a:pos x="1666" y="306"/>
                </a:cxn>
                <a:cxn ang="0">
                  <a:pos x="1657" y="410"/>
                </a:cxn>
                <a:cxn ang="0">
                  <a:pos x="1644" y="523"/>
                </a:cxn>
                <a:cxn ang="0">
                  <a:pos x="1631" y="649"/>
                </a:cxn>
                <a:cxn ang="0">
                  <a:pos x="1613" y="786"/>
                </a:cxn>
                <a:cxn ang="0">
                  <a:pos x="1593" y="930"/>
                </a:cxn>
                <a:cxn ang="0">
                  <a:pos x="1569" y="1083"/>
                </a:cxn>
                <a:cxn ang="0">
                  <a:pos x="1541" y="1244"/>
                </a:cxn>
                <a:cxn ang="0">
                  <a:pos x="1511" y="1411"/>
                </a:cxn>
                <a:cxn ang="0">
                  <a:pos x="1475" y="1582"/>
                </a:cxn>
                <a:cxn ang="0">
                  <a:pos x="1455" y="1669"/>
                </a:cxn>
                <a:cxn ang="0">
                  <a:pos x="1435" y="1757"/>
                </a:cxn>
                <a:cxn ang="0">
                  <a:pos x="1414" y="1846"/>
                </a:cxn>
                <a:cxn ang="0">
                  <a:pos x="1391" y="1936"/>
                </a:cxn>
                <a:cxn ang="0">
                  <a:pos x="1367" y="2027"/>
                </a:cxn>
                <a:cxn ang="0">
                  <a:pos x="1341" y="2116"/>
                </a:cxn>
                <a:cxn ang="0">
                  <a:pos x="1315" y="2207"/>
                </a:cxn>
                <a:cxn ang="0">
                  <a:pos x="1286" y="2300"/>
                </a:cxn>
                <a:cxn ang="0">
                  <a:pos x="1258" y="2391"/>
                </a:cxn>
                <a:cxn ang="0">
                  <a:pos x="1227" y="2482"/>
                </a:cxn>
                <a:cxn ang="0">
                  <a:pos x="1195" y="2573"/>
                </a:cxn>
                <a:cxn ang="0">
                  <a:pos x="1162" y="2662"/>
                </a:cxn>
                <a:cxn ang="0">
                  <a:pos x="1127" y="2753"/>
                </a:cxn>
                <a:cxn ang="0">
                  <a:pos x="1091" y="2843"/>
                </a:cxn>
                <a:cxn ang="0">
                  <a:pos x="1053" y="2931"/>
                </a:cxn>
                <a:cxn ang="0">
                  <a:pos x="1013" y="3019"/>
                </a:cxn>
                <a:cxn ang="0">
                  <a:pos x="972" y="3107"/>
                </a:cxn>
                <a:cxn ang="0">
                  <a:pos x="928" y="3191"/>
                </a:cxn>
                <a:cxn ang="0">
                  <a:pos x="884" y="3276"/>
                </a:cxn>
                <a:cxn ang="0">
                  <a:pos x="839" y="3360"/>
                </a:cxn>
                <a:cxn ang="0">
                  <a:pos x="790" y="3442"/>
                </a:cxn>
                <a:cxn ang="0">
                  <a:pos x="742" y="3522"/>
                </a:cxn>
                <a:cxn ang="0">
                  <a:pos x="690" y="3601"/>
                </a:cxn>
                <a:cxn ang="0">
                  <a:pos x="637" y="3678"/>
                </a:cxn>
                <a:cxn ang="0">
                  <a:pos x="583" y="3753"/>
                </a:cxn>
                <a:cxn ang="0">
                  <a:pos x="525" y="3826"/>
                </a:cxn>
                <a:cxn ang="0">
                  <a:pos x="467" y="3897"/>
                </a:cxn>
                <a:cxn ang="0">
                  <a:pos x="407" y="3965"/>
                </a:cxn>
                <a:cxn ang="0">
                  <a:pos x="343" y="4030"/>
                </a:cxn>
                <a:cxn ang="0">
                  <a:pos x="279" y="4094"/>
                </a:cxn>
                <a:cxn ang="0">
                  <a:pos x="212" y="4155"/>
                </a:cxn>
                <a:cxn ang="0">
                  <a:pos x="144" y="4212"/>
                </a:cxn>
                <a:cxn ang="0">
                  <a:pos x="108" y="4241"/>
                </a:cxn>
                <a:cxn ang="0">
                  <a:pos x="73" y="4268"/>
                </a:cxn>
                <a:cxn ang="0">
                  <a:pos x="36" y="4294"/>
                </a:cxn>
                <a:cxn ang="0">
                  <a:pos x="0" y="4320"/>
                </a:cxn>
                <a:cxn ang="0">
                  <a:pos x="2136" y="4320"/>
                </a:cxn>
                <a:cxn ang="0">
                  <a:pos x="2130" y="6"/>
                </a:cxn>
                <a:cxn ang="0">
                  <a:pos x="1687" y="0"/>
                </a:cxn>
              </a:cxnLst>
              <a:rect l="0" t="0" r="r" b="b"/>
              <a:pathLst>
                <a:path w="2136" h="4320">
                  <a:moveTo>
                    <a:pt x="1687" y="0"/>
                  </a:moveTo>
                  <a:lnTo>
                    <a:pt x="1687" y="0"/>
                  </a:lnTo>
                  <a:lnTo>
                    <a:pt x="1685" y="36"/>
                  </a:lnTo>
                  <a:lnTo>
                    <a:pt x="1679" y="141"/>
                  </a:lnTo>
                  <a:lnTo>
                    <a:pt x="1666" y="306"/>
                  </a:lnTo>
                  <a:lnTo>
                    <a:pt x="1657" y="410"/>
                  </a:lnTo>
                  <a:lnTo>
                    <a:pt x="1644" y="523"/>
                  </a:lnTo>
                  <a:lnTo>
                    <a:pt x="1631" y="649"/>
                  </a:lnTo>
                  <a:lnTo>
                    <a:pt x="1613" y="786"/>
                  </a:lnTo>
                  <a:lnTo>
                    <a:pt x="1593" y="930"/>
                  </a:lnTo>
                  <a:lnTo>
                    <a:pt x="1569" y="1083"/>
                  </a:lnTo>
                  <a:lnTo>
                    <a:pt x="1541" y="1244"/>
                  </a:lnTo>
                  <a:lnTo>
                    <a:pt x="1511" y="1411"/>
                  </a:lnTo>
                  <a:lnTo>
                    <a:pt x="1475" y="1582"/>
                  </a:lnTo>
                  <a:lnTo>
                    <a:pt x="1455" y="1669"/>
                  </a:lnTo>
                  <a:lnTo>
                    <a:pt x="1435" y="1757"/>
                  </a:lnTo>
                  <a:lnTo>
                    <a:pt x="1414" y="1846"/>
                  </a:lnTo>
                  <a:lnTo>
                    <a:pt x="1391" y="1936"/>
                  </a:lnTo>
                  <a:lnTo>
                    <a:pt x="1367" y="2027"/>
                  </a:lnTo>
                  <a:lnTo>
                    <a:pt x="1341" y="2116"/>
                  </a:lnTo>
                  <a:lnTo>
                    <a:pt x="1315" y="2207"/>
                  </a:lnTo>
                  <a:lnTo>
                    <a:pt x="1286" y="2300"/>
                  </a:lnTo>
                  <a:lnTo>
                    <a:pt x="1258" y="2391"/>
                  </a:lnTo>
                  <a:lnTo>
                    <a:pt x="1227" y="2482"/>
                  </a:lnTo>
                  <a:lnTo>
                    <a:pt x="1195" y="2573"/>
                  </a:lnTo>
                  <a:lnTo>
                    <a:pt x="1162" y="2662"/>
                  </a:lnTo>
                  <a:lnTo>
                    <a:pt x="1127" y="2753"/>
                  </a:lnTo>
                  <a:lnTo>
                    <a:pt x="1091" y="2843"/>
                  </a:lnTo>
                  <a:lnTo>
                    <a:pt x="1053" y="2931"/>
                  </a:lnTo>
                  <a:lnTo>
                    <a:pt x="1013" y="3019"/>
                  </a:lnTo>
                  <a:lnTo>
                    <a:pt x="972" y="3107"/>
                  </a:lnTo>
                  <a:lnTo>
                    <a:pt x="928" y="3191"/>
                  </a:lnTo>
                  <a:lnTo>
                    <a:pt x="884" y="3276"/>
                  </a:lnTo>
                  <a:lnTo>
                    <a:pt x="839" y="3360"/>
                  </a:lnTo>
                  <a:lnTo>
                    <a:pt x="790" y="3442"/>
                  </a:lnTo>
                  <a:lnTo>
                    <a:pt x="742" y="3522"/>
                  </a:lnTo>
                  <a:lnTo>
                    <a:pt x="690" y="3601"/>
                  </a:lnTo>
                  <a:lnTo>
                    <a:pt x="637" y="3678"/>
                  </a:lnTo>
                  <a:lnTo>
                    <a:pt x="583" y="3753"/>
                  </a:lnTo>
                  <a:lnTo>
                    <a:pt x="525" y="3826"/>
                  </a:lnTo>
                  <a:lnTo>
                    <a:pt x="467" y="3897"/>
                  </a:lnTo>
                  <a:lnTo>
                    <a:pt x="407" y="3965"/>
                  </a:lnTo>
                  <a:lnTo>
                    <a:pt x="343" y="4030"/>
                  </a:lnTo>
                  <a:lnTo>
                    <a:pt x="279" y="4094"/>
                  </a:lnTo>
                  <a:lnTo>
                    <a:pt x="212" y="4155"/>
                  </a:lnTo>
                  <a:lnTo>
                    <a:pt x="144" y="4212"/>
                  </a:lnTo>
                  <a:lnTo>
                    <a:pt x="108" y="4241"/>
                  </a:lnTo>
                  <a:lnTo>
                    <a:pt x="73" y="4268"/>
                  </a:lnTo>
                  <a:lnTo>
                    <a:pt x="36" y="4294"/>
                  </a:lnTo>
                  <a:lnTo>
                    <a:pt x="0" y="4320"/>
                  </a:lnTo>
                  <a:lnTo>
                    <a:pt x="2136" y="4320"/>
                  </a:lnTo>
                  <a:lnTo>
                    <a:pt x="2130" y="6"/>
                  </a:lnTo>
                  <a:lnTo>
                    <a:pt x="1687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30200" y="2357431"/>
            <a:ext cx="11531600" cy="1470025"/>
          </a:xfrm>
        </p:spPr>
        <p:txBody>
          <a:bodyPr/>
          <a:lstStyle>
            <a:lvl1pPr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13601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9720" y="500042"/>
            <a:ext cx="9048813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1824236" y="2214564"/>
            <a:ext cx="6125633" cy="32289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163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906027" y="571481"/>
            <a:ext cx="1676372" cy="5554683"/>
          </a:xfrm>
        </p:spPr>
        <p:txBody>
          <a:bodyPr vert="eaVert"/>
          <a:lstStyle>
            <a:lvl1pPr algn="ctr"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571481"/>
            <a:ext cx="9010675" cy="5554683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24922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32"/>
          <a:stretch/>
        </p:blipFill>
        <p:spPr bwMode="auto">
          <a:xfrm>
            <a:off x="0" y="509"/>
            <a:ext cx="12192000" cy="6858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8737" y="6433151"/>
            <a:ext cx="2844800" cy="365125"/>
          </a:xfrm>
        </p:spPr>
        <p:txBody>
          <a:bodyPr/>
          <a:lstStyle>
            <a:lvl1pPr algn="l">
              <a:defRPr sz="900"/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31636" y="189317"/>
            <a:ext cx="7086107" cy="433028"/>
          </a:xfrm>
        </p:spPr>
        <p:txBody>
          <a:bodyPr>
            <a:normAutofit/>
          </a:bodyPr>
          <a:lstStyle>
            <a:lvl1pPr algn="l">
              <a:defRPr sz="17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877732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8426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757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63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74E7B43-6B78-4A64-8ED3-964312ABEA8D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EAA3CCB-676D-4634-86A3-E2FD6219E57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3427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1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6"/>
          <p:cNvGrpSpPr/>
          <p:nvPr/>
        </p:nvGrpSpPr>
        <p:grpSpPr>
          <a:xfrm>
            <a:off x="8128000" y="2"/>
            <a:ext cx="4064000" cy="3733800"/>
            <a:chOff x="6096000" y="2"/>
            <a:chExt cx="3048000" cy="3733800"/>
          </a:xfrm>
        </p:grpSpPr>
        <p:sp>
          <p:nvSpPr>
            <p:cNvPr id="20" name="Freeform 6"/>
            <p:cNvSpPr>
              <a:spLocks noEditPoints="1"/>
            </p:cNvSpPr>
            <p:nvPr/>
          </p:nvSpPr>
          <p:spPr>
            <a:xfrm rot="16200000" flipH="1" flipV="1">
              <a:off x="6783386" y="1373188"/>
              <a:ext cx="3730628" cy="99060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>
            <a:xfrm flipH="1">
              <a:off x="6096000" y="2"/>
              <a:ext cx="3044827" cy="196184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23" name="Freeform 12"/>
            <p:cNvSpPr>
              <a:spLocks noEditPoints="1"/>
            </p:cNvSpPr>
            <p:nvPr/>
          </p:nvSpPr>
          <p:spPr>
            <a:xfrm flipH="1">
              <a:off x="6099173" y="2"/>
              <a:ext cx="3044827" cy="1416125"/>
            </a:xfrm>
            <a:custGeom>
              <a:avLst/>
              <a:gdLst/>
              <a:ah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grpSp>
        <p:nvGrpSpPr>
          <p:cNvPr id="8" name="그룹 25"/>
          <p:cNvGrpSpPr/>
          <p:nvPr/>
        </p:nvGrpSpPr>
        <p:grpSpPr>
          <a:xfrm>
            <a:off x="0" y="4191000"/>
            <a:ext cx="4572000" cy="2667000"/>
            <a:chOff x="0" y="4191000"/>
            <a:chExt cx="3429000" cy="2667000"/>
          </a:xfrm>
        </p:grpSpPr>
        <p:sp>
          <p:nvSpPr>
            <p:cNvPr id="24" name="Freeform 6"/>
            <p:cNvSpPr>
              <a:spLocks noEditPoints="1"/>
            </p:cNvSpPr>
            <p:nvPr/>
          </p:nvSpPr>
          <p:spPr>
            <a:xfrm rot="10800000" flipH="1">
              <a:off x="0" y="5557344"/>
              <a:ext cx="3429000" cy="130065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  <p:sp>
          <p:nvSpPr>
            <p:cNvPr id="25" name="Freeform 6"/>
            <p:cNvSpPr>
              <a:spLocks noEditPoints="1"/>
            </p:cNvSpPr>
            <p:nvPr/>
          </p:nvSpPr>
          <p:spPr>
            <a:xfrm rot="16200000">
              <a:off x="-827689" y="5018689"/>
              <a:ext cx="2667000" cy="1011621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kumimoji="0" lang="ko-KR" altLang="en-US" sz="1800" b="0" dirty="0">
                <a:solidFill>
                  <a:srgbClr val="000000"/>
                </a:solidFill>
                <a:latin typeface="Tahoma"/>
                <a:ea typeface="함초롬돋움"/>
              </a:endParaRPr>
            </a:p>
          </p:txBody>
        </p: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10972800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357298"/>
            <a:ext cx="10972800" cy="476886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CAEF668A-4F08-48CF-807C-8C7ED2F94C52}" type="datetimeFigureOut">
              <a:rPr lang="ko-KR" altLang="en-US" smtClean="0"/>
              <a:t>2026-07-16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B30D600-BC48-45B3-B078-3CC6D26E514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995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txStyles>
    <p:titleStyle>
      <a:lvl1pPr algn="l" defTabSz="914400" rtl="0" eaLnBrk="1" latinLnBrk="1" hangingPunct="1">
        <a:spcBef>
          <a:spcPct val="0"/>
        </a:spcBef>
        <a:buNone/>
        <a:defRPr sz="3600" b="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70000"/>
        <a:buFont typeface="Wingdings"/>
        <a:buChar char="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1"/>
        </a:buClr>
        <a:buFont typeface="Yoon 윤고딕 550_TT"/>
        <a:buChar char="-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4257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6pPr>
      <a:lvl7pPr marL="27813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7pPr>
      <a:lvl8pPr marL="31384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8pPr>
      <a:lvl9pPr marL="34940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슬라이드 번호 개체 틀 4">
            <a:extLst>
              <a:ext uri="{FF2B5EF4-FFF2-40B4-BE49-F238E27FC236}">
                <a16:creationId xmlns:a16="http://schemas.microsoft.com/office/drawing/2014/main" id="{4F0EFAA1-09C0-7E33-DD6B-E1BBD951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970" y="6447416"/>
            <a:ext cx="2133600" cy="365125"/>
          </a:xfrm>
        </p:spPr>
        <p:txBody>
          <a:bodyPr/>
          <a:lstStyle/>
          <a:p>
            <a:pPr algn="r"/>
            <a:fld id="{655EED61-6D50-4E9E-857D-6F776CC63A99}" type="slidenum">
              <a:rPr lang="ko-KR" altLang="en-US" smtClean="0">
                <a:solidFill>
                  <a:srgbClr val="002060"/>
                </a:solidFill>
              </a:rPr>
              <a:pPr algn="r"/>
              <a:t>1</a:t>
            </a:fld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D0D36-24CA-D528-20D4-1F2A41A525DD}"/>
              </a:ext>
            </a:extLst>
          </p:cNvPr>
          <p:cNvSpPr txBox="1"/>
          <p:nvPr/>
        </p:nvSpPr>
        <p:spPr>
          <a:xfrm>
            <a:off x="511216" y="4412857"/>
            <a:ext cx="10592842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설계사별로 수리계산시 신축배관 입력유형을 분석하고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유형에 따라 하겐 윌리엄식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Pm = 6.174 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X10^6XQ^1.85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C^1.85xD^4.87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X L , Pm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압력손실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(m), D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관내경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(mm), Q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유량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(l/min), L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등가길이에 유량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80lpm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조건시로 계산하였고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Pm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압력손실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 → kg/cm2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설계사별로 신축배관 등가길이로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Equipment item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수치가 상이했는데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신축배관 등가길이보다 작은 수치인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7.8m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넣은 곳도 있어서 </a:t>
            </a:r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마찰손실값에 영향을 주고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Equipment item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수치를 별도 입력하지 않을 경우는 신축배관 마찰손실값이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나왔다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Libraries schedulel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FX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입력시에는 수리계산시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FX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설정 클릭을 하면 자동 입력되어 사용이 편한 부분이 있으나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설정하지 않아도 기존 배관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20A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내경이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FX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설정된 내경이랑 동일하여 마찰손실 수치에는 영향을 미치지않았다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하겐 윌리엄식 상으로는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D(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내경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4.87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제곱배에 반비례하므로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20A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넣을 경우와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25A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넣을 경우 가장 영향이 컸다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설계사는 신축배관 손실을 흉내내어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조도값을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120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넣는 대신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22.4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넣은 곳도 있는데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Pm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압력손실이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에는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제곱배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값에는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1.85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제곱배에 반비례하므로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관로까지 왜곡될 수 있는 우려가 있다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22174" y="5316172"/>
            <a:ext cx="744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67084-890B-FD72-0ED1-CC4BBBA53603}"/>
              </a:ext>
            </a:extLst>
          </p:cNvPr>
          <p:cNvSpPr txBox="1"/>
          <p:nvPr/>
        </p:nvSpPr>
        <p:spPr>
          <a:xfrm>
            <a:off x="465928" y="711844"/>
            <a:ext cx="563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신축배관 설계사 입력유형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8E87FC-5EE5-4358-983D-C4B1F13D7CDC}"/>
              </a:ext>
            </a:extLst>
          </p:cNvPr>
          <p:cNvGraphicFramePr>
            <a:graphicFrameLocks noGrp="1"/>
          </p:cNvGraphicFramePr>
          <p:nvPr/>
        </p:nvGraphicFramePr>
        <p:xfrm>
          <a:off x="556504" y="1116890"/>
          <a:ext cx="10502266" cy="3200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7598">
                  <a:extLst>
                    <a:ext uri="{9D8B030D-6E8A-4147-A177-3AD203B41FA5}">
                      <a16:colId xmlns:a16="http://schemas.microsoft.com/office/drawing/2014/main" val="4025763789"/>
                    </a:ext>
                  </a:extLst>
                </a:gridCol>
                <a:gridCol w="1054736">
                  <a:extLst>
                    <a:ext uri="{9D8B030D-6E8A-4147-A177-3AD203B41FA5}">
                      <a16:colId xmlns:a16="http://schemas.microsoft.com/office/drawing/2014/main" val="1242491277"/>
                    </a:ext>
                  </a:extLst>
                </a:gridCol>
                <a:gridCol w="1046660">
                  <a:extLst>
                    <a:ext uri="{9D8B030D-6E8A-4147-A177-3AD203B41FA5}">
                      <a16:colId xmlns:a16="http://schemas.microsoft.com/office/drawing/2014/main" val="2063424858"/>
                    </a:ext>
                  </a:extLst>
                </a:gridCol>
                <a:gridCol w="1090858">
                  <a:extLst>
                    <a:ext uri="{9D8B030D-6E8A-4147-A177-3AD203B41FA5}">
                      <a16:colId xmlns:a16="http://schemas.microsoft.com/office/drawing/2014/main" val="515198991"/>
                    </a:ext>
                  </a:extLst>
                </a:gridCol>
                <a:gridCol w="1097865">
                  <a:extLst>
                    <a:ext uri="{9D8B030D-6E8A-4147-A177-3AD203B41FA5}">
                      <a16:colId xmlns:a16="http://schemas.microsoft.com/office/drawing/2014/main" val="119194790"/>
                    </a:ext>
                  </a:extLst>
                </a:gridCol>
                <a:gridCol w="1177047">
                  <a:extLst>
                    <a:ext uri="{9D8B030D-6E8A-4147-A177-3AD203B41FA5}">
                      <a16:colId xmlns:a16="http://schemas.microsoft.com/office/drawing/2014/main" val="2020069508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2399032932"/>
                    </a:ext>
                  </a:extLst>
                </a:gridCol>
                <a:gridCol w="1089498">
                  <a:extLst>
                    <a:ext uri="{9D8B030D-6E8A-4147-A177-3AD203B41FA5}">
                      <a16:colId xmlns:a16="http://schemas.microsoft.com/office/drawing/2014/main" val="2828064485"/>
                    </a:ext>
                  </a:extLst>
                </a:gridCol>
                <a:gridCol w="1070042">
                  <a:extLst>
                    <a:ext uri="{9D8B030D-6E8A-4147-A177-3AD203B41FA5}">
                      <a16:colId xmlns:a16="http://schemas.microsoft.com/office/drawing/2014/main" val="4275368324"/>
                    </a:ext>
                  </a:extLst>
                </a:gridCol>
                <a:gridCol w="1039281">
                  <a:extLst>
                    <a:ext uri="{9D8B030D-6E8A-4147-A177-3AD203B41FA5}">
                      <a16:colId xmlns:a16="http://schemas.microsoft.com/office/drawing/2014/main" val="3525953611"/>
                    </a:ext>
                  </a:extLst>
                </a:gridCol>
              </a:tblGrid>
              <a:tr h="136652">
                <a:tc gridSpan="2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463776"/>
                  </a:ext>
                </a:extLst>
              </a:tr>
              <a:tr h="25908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Equipment item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15.6m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11.5m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안잡음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안잡음</a:t>
                      </a: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22.4.m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안잡음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7.8m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76204"/>
                  </a:ext>
                </a:extLst>
              </a:tr>
              <a:tr h="25908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22.4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29310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배관 내경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Libraries schedulel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 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 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FLEXIBLE 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FLEXIBLE 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FLEXIBLE 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2848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KSD 3507(3562)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21.5)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25A(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내경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28mm)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06665"/>
                  </a:ext>
                </a:extLst>
              </a:tr>
              <a:tr h="152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신축배관 길이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24468"/>
                  </a:ext>
                </a:extLst>
              </a:tr>
              <a:tr h="152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신축배관 마찰손실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유량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80lpm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시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1.51kg/cm2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0.06kg/cm2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0.06kg/cm2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1.66kg/cm2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0.9kg/cm2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69215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33D2965-9CE2-4B36-8777-C1BB0F285ECC}"/>
              </a:ext>
            </a:extLst>
          </p:cNvPr>
          <p:cNvSpPr/>
          <p:nvPr/>
        </p:nvSpPr>
        <p:spPr>
          <a:xfrm>
            <a:off x="267167" y="107562"/>
            <a:ext cx="6024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PIPENET </a:t>
            </a:r>
            <a:r>
              <a:rPr lang="ko-KR" altLang="en-US" sz="28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신축배관 입력오류 유형</a:t>
            </a:r>
            <a:endParaRPr lang="ko-KR" alt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1191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필수">
  <a:themeElements>
    <a:clrScheme name="필수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필수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필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상승">
  <a:themeElements>
    <a:clrScheme name="상승">
      <a:dk1>
        <a:srgbClr val="000000"/>
      </a:dk1>
      <a:lt1>
        <a:srgbClr val="FFFFFF"/>
      </a:lt1>
      <a:dk2>
        <a:srgbClr val="031F57"/>
      </a:dk2>
      <a:lt2>
        <a:srgbClr val="D7F5FF"/>
      </a:lt2>
      <a:accent1>
        <a:srgbClr val="063879"/>
      </a:accent1>
      <a:accent2>
        <a:srgbClr val="5B9EF7"/>
      </a:accent2>
      <a:accent3>
        <a:srgbClr val="008DBB"/>
      </a:accent3>
      <a:accent4>
        <a:srgbClr val="37CFFF"/>
      </a:accent4>
      <a:accent5>
        <a:srgbClr val="CBD2D7"/>
      </a:accent5>
      <a:accent6>
        <a:srgbClr val="5C6E7A"/>
      </a:accent6>
      <a:hlink>
        <a:srgbClr val="28D3EA"/>
      </a:hlink>
      <a:folHlink>
        <a:srgbClr val="0033CC"/>
      </a:folHlink>
    </a:clrScheme>
    <a:fontScheme name="상승">
      <a:majorFont>
        <a:latin typeface="Tahoma"/>
        <a:ea typeface="한컴 윤고딕 240"/>
        <a:cs typeface=""/>
      </a:majorFont>
      <a:minorFont>
        <a:latin typeface="Tahoma"/>
        <a:ea typeface="함초롬돋움"/>
        <a:cs typeface=""/>
      </a:minorFont>
    </a:fontScheme>
    <a:fmtScheme name="상승">
      <a:fillStyleLst>
        <a:gradFill rotWithShape="1">
          <a:gsLst>
            <a:gs pos="0">
              <a:schemeClr val="phClr"/>
            </a:gs>
            <a:gs pos="100000">
              <a:schemeClr val="phClr">
                <a:tint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0000"/>
                <a:satMod val="300000"/>
              </a:schemeClr>
            </a:gs>
            <a:gs pos="35000">
              <a:schemeClr val="phClr">
                <a:tint val="4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tint val="100000"/>
                <a:shade val="90000"/>
                <a:satMod val="160000"/>
              </a:schemeClr>
            </a:gs>
          </a:gsLst>
          <a:lin ang="16200000" scaled="0"/>
        </a:gradFill>
      </a:fillStyleLst>
      <a:lnStyleLst>
        <a:ln w="15875" cap="sq" cmpd="dbl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0000"/>
                <a:shade val="90000"/>
                <a:satMod val="100000"/>
              </a:schemeClr>
            </a:gs>
            <a:gs pos="60000">
              <a:schemeClr val="phClr">
                <a:tint val="90000"/>
                <a:shade val="8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100000"/>
              </a:schemeClr>
            </a:gs>
            <a:gs pos="45000">
              <a:schemeClr val="phClr">
                <a:tint val="80000"/>
                <a:shade val="80000"/>
                <a:alpha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hueMod val="100000"/>
                <a:satMod val="100000"/>
                <a:lumMod val="100000"/>
              </a:schemeClr>
            </a:gs>
          </a:gsLst>
          <a:lin ang="282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28952</TotalTime>
  <Words>344</Words>
  <Application>Microsoft Office PowerPoint</Application>
  <PresentationFormat>와이드스크린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3" baseType="lpstr">
      <vt:lpstr>Yoon 윤고딕 550_TT</vt:lpstr>
      <vt:lpstr>맑은 고딕</vt:lpstr>
      <vt:lpstr>Arial</vt:lpstr>
      <vt:lpstr>Arial Black</vt:lpstr>
      <vt:lpstr>Calibri</vt:lpstr>
      <vt:lpstr>Calibri Light</vt:lpstr>
      <vt:lpstr>Tahoma</vt:lpstr>
      <vt:lpstr>Wingdings</vt:lpstr>
      <vt:lpstr>Wingdings 2</vt:lpstr>
      <vt:lpstr>HDOfficeLightV0</vt:lpstr>
      <vt:lpstr>필수</vt:lpstr>
      <vt:lpstr>1_상승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HB-감리-37</dc:creator>
  <cp:lastModifiedBy>admin</cp:lastModifiedBy>
  <cp:revision>463</cp:revision>
  <cp:lastPrinted>2025-05-08T00:24:09Z</cp:lastPrinted>
  <dcterms:created xsi:type="dcterms:W3CDTF">2022-04-24T23:52:17Z</dcterms:created>
  <dcterms:modified xsi:type="dcterms:W3CDTF">2026-07-21T07:15:26Z</dcterms:modified>
</cp:coreProperties>
</file>